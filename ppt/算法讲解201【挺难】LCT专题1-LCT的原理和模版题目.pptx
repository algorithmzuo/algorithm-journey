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690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poj.com/problems/DYNALCA/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147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950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312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讲解110 - 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讲解153 - Splay树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讲解161 - 树链剖分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LCT专题安排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讲解201，专题1，LCT的原理和模版题目，本节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讲解202，专题2，LCT维护路径、边双连通分量的题目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讲解203，专题3，LCT维护边权、生成树的题目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讲解204，专题4，LCT维护子树、图结构的题目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LCT原理和代码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LCT的模版题目    题目1 ~ 题目7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LCT全称Link-Cut Tree，发明者Daniel Sleator和Robert Tarjan（我偶像）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LCT全称Link-Cut Tree，发明者Daniel Sleator和Robert Tarjan（我偶像）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两人共同获得1986年的图灵奖，因为算法和数据结构方面的诸多贡献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动态森林问题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一片森林中不断加入或删除边，期间保证图仍然是一片森林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维护连通性、路径、动态LCA、动态生成树等问题，被称为动态树问题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解决动态树问题的途径有很多，比如有些题目，可以用线段树分治等离线方式处理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LCT可以在线维护动态森林，也是算法竞赛中最经典、最常用的动态树数据结构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全局平衡二叉树、Euler Tour Tree、Top Tree，也能解决部分动态树的问题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但是普及度不如LCT，有兴趣的同学可以自行学习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LCT的原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LCT的原理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0，务必已经掌握splay树的提根操作，包括rotate方法、splay方法的实现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1，实链和辅助splay树的概念，实链的从上到下，对应splay树的中序遍历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2，辅助splay树节点的fa、认父不认子的设计、顶部节点的判断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3，辅助splay树节点的定制信息，根据不同题目进行不同定制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4，access，建立实链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5，makeroot，换顶，需要结合翻转操作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6，findroot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7，split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8，link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9，cut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LCT的复杂度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LCT的复杂度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1，每个操作单次均摊代价O(log n)，但是常数时间比较大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2，splay的势能分析，讲解153，进行了重点讲述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3，发生每种操作，都会先调用access串连好实链，然后再执行操作，以此保证性能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4，某一次access的代价可能很高，但是整条实链会调整成splay树，方便以后的访问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5，老实链因为新实链而断开，各个部分依然是splay树的组织，各个部分保留性能优势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6，此处实链上产生断点，增加了代价，别处会串联其他实链，增加了便利性，补偿了代价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LCT模版题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一共n个点，每个点给定点权，一共m条操作，操作类型如下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y : 查询点x到点y的路径上，所有点权的异或和，保证x和y连通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点x和点y之间增加直接边，如果x和y已经连通则忽略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删除点x和点y之间的直接边，如果不存在这条直接边则忽略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y : 点x的点权变成y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https://www.luogu.com.cn/problem/P3690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动态树LCA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一共n个点，初始时每个点各自是一棵单点有根树，一共m条操作，操作类型如下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link x y : 让点x成为点y的儿子，保证x是所在树的根，并且x和y不连通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cut x    : 删除点x和它父亲节点之间的直接边，保证x不是根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lca x y  : 查询点x和点y的最低公共祖先，保证x和y在同一棵树中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https://www.luogu.com.cn/problem/SP8791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https://www.spoj.com/problems/DYNALCA/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洞穴勘测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一共n个点，初始时没有任何边，任意时刻图都是森林，一共m条操作，类型如下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Connect x y : 点x和点y之间增加直接边，保证原来不存在这条直接边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Destroy x y : 删除点x和点y之间的直接边，保证原来存在这条直接边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Query x y   : 查询点x和点y之间是否连通，打印 Yes 或 No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https://www.luogu.com.cn/problem/P2147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部落冲突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一共n个点，给定n-1条边，所有点组成一棵树，一共m条操作，类型如下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C x y : x和y在树中相邻，之前未开战，现在开战，x和y的直接边变成不可通行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每条C操作代表一次战争事件，战争事件从1开始编号，每次编号自增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U x   : 第x号战争事件结束，对应的直接边变为可通行，保证战争不会重复结束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 x y : 查询点x和点y之间是否连通，打印 Yes 或 No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https://www.luogu.com.cn/problem/P3950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群岛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一共n个点，每个点有点权，初始时没有边，一共m条操作，类型如下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bridge x y    : 如果x和y已经连通，打印no，表示不需要连边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    如果x和y不连通，打印yes，然后增加无向边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penguins x y  : x的点权变成y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excursion x y : 如果x和y不连通，打印impossible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    如果x和y连通，打印路径的点权累加和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https://www.luogu.com.cn/problem/P4312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弹飞绵羊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一共n个装置，编号0~n-1，从左到右摆成一条直线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每个装置给定弹力f，比如3号装置弹力为5，则从3号装置可以向右跳到8号装置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如果跳到的位置 &gt;= n，也就是不存在这个装置，则认为被弹飞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  : 查询从x号装置出发，跳几次会弹飞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x号装置的弹力修改成y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https://www.luogu.com.cn/problem/P3203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网络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无向图中有n个点，点有点权，有m条边，边有颜色，颜色总数量为C，颜色的数值0 ~ C-1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无向图保证没有重边和自环，并且始终满足如下两个性质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性质1，对于任意节点连出去的边中，相同颜色的边不超过两条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性质2，图中不存在同色的环，指相同颜色的边构成的环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一共有q条操作，类型如下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y   : 点x的点权变成y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c x y : 颜色c的边构成的图中，打印x到y路径上的点权最大值，不连通打印-1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c : 点x到点y的直接边，颜色改成c，下面是具体说明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（接下页）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LCT的原理和模版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LCT的原理和模版题目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（接上页）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c : 点x到点y的直接边，颜色改成c，下面是具体说明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若修改后不满足性质1，不修改边的颜色，打印 "Error 1.”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若修改后不满足性质2，不修改边的颜色，打印 "Error 2."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若同时不满足性质1和性质2，优先打印 "Error 1.”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若不存在直接边，不修改边的颜色，打印 "No such edge."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若上述情况都没出现，那么修改边的颜色，打印 "Success."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 &lt;= 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https://www.luogu.com.cn/problem/P2173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
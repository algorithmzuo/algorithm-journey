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1429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2093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475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14312" TargetMode="Externa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169" TargetMode="Externa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K-D树的原理、代码、常见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K-D树的原理、代码、常见题目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讲解024 - 随机选择算法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讲解110 - 线段树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讲解150 - 替罪羊树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讲解170 - CDQ分治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静态K-D树的建树和查询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静态K-D树的模版和题目     题目1 ~ 题目3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动态K-D树两种实现方式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动态K-D树的模版和题目     题目4 ~ 题目7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下节课讲述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K-D树的删除操作、树套树、优化建图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K-D树的原理、代码、常见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K-D树的原理、代码、常见题目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K-D树是一种可以高效处理K维空间信息的数据结构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K-D树是一种可以高效处理K维空间信息的数据结构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竞赛中K是较小的常数，掌握到二维、三维空间即可，其中二维空间的场景最常见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静态K-D树的建树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1，建树过程以二维空间进行说明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2，熟悉随机选择算法，讲解024，java推荐手写，C++推荐使用nth_element方法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3，当前有一批点，根据x维度的值，找到中位点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4，中位点维护自己的区域信息，这批点x方向的最小值、最大值，这批点y方向的最小值、最大值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5，中位点左侧的所有点重复步骤3，右侧的所有点重复步骤3，但是根据y维度的值划分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6，始终交替选维度，直到所有点维护了自己的区域信息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7，也可以根据方差选维度，更有利于剪枝，但是实际很少使用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8，建树的整体复杂度O(n * log n)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课上重点图解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K-D树的原理、代码、常见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K-D树的原理、代码、常见题目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最近/第k近/最远/第k远的查询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最近/第k近/最远/第k远的查询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1，之前获得的答案记作ans，假设来到当前的区域（xmin、xmax、ymin、ymax）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2，不同需求设计不同剪枝策略，进行粗略估计，可能让ans更优，搜索就进行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3，单次最差的复杂度O(n)，实际通常很快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4，交替选维度的意义在于，让空间尽可能达到好的分裂效果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5，根据方差选维度，空间分裂效果更好，提高剪枝效率，实际不常用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6，性能依赖剪枝效果和数据状况，时限比较宽，可以考虑K-D树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7，如果题目强调复杂度正确，那K-D树可能被卡掉，可以看作骗分技巧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8，适合空间特征明显的题目，可能别的方法处理很别扭，用K-D树就很自然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课上重点图解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K-D树的原理、代码、常见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K-D树的原理、代码、常见题目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二维空间的矩形范围查询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二维空间的矩形范围查询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1，计数/求和/整体打标记，复杂度O(√n)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2，查询矩形，彻底在当前区域之外、彻底包住当前区域，都可以剪枝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3，否则需要进一步搜索，直到凑齐查询区域内，所有点的答案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4，复杂度分析的重点：计算边界处搜索的K-D树节点数量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5，结合master公式进行分析，master公式在讲解020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课上重点图解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K维正交范围查询，复杂度O( n的( 1 - 1/K )次方 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K-D树的原理、代码、常见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K-D树的原理、代码、常见题目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平面最近点对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课上讲述K-D树的方法，但这不是正解，刻意设计测试是可以卡住的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本题复杂度正确的正解，是平面最近点对的分治算法，计算几何专题会讲述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一共n个点，每个点给定坐标(x, y)，输出最近两个点的距离，保留四位小数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 &lt;= n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x、y &lt;= 10^9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https://www.luogu.com.cn/problem/P1429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K-D树的原理、代码、常见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K-D树的原理、代码、常见题目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查询第k远的点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一共n个点，编号1~n，每个点给定坐标(x, y)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一共m条查询，格式 qx qy qk，查询距离(qx, qy)第qk远的点，打印该点的编号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如果多个点到(qx, qy)的距离相同，那么编号较小的点认为距离更远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qk &lt;= 20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-10^9 &lt;= 坐标值 &lt;= +10^9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https://www.luogu.com.cn/problem/P2093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K-D树 + 小根堆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K-D树的原理、代码、常见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K-D树的原理、代码、常见题目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巧克力王国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一共n个点，每个点有坐标(x, y)，还有点权v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一共m条查询，格式 a b c，含义如下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满足 a * x + b * y &lt; c 的所有点，打印点权累加和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5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-10^9 &lt;= a、b、x、y &lt;= +10^9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https://www.luogu.com.cn/problem/P4475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设计剪枝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区域中，a * x + b * y 可能的最小值，a * x + b * y 可能的最大值，考察和c的关系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注意正负都有可能出现的情况讨论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K-D树的原理、代码、常见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K-D树的原理、代码、常见题目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动态K-D树，替罪羊树的方式，最推荐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动态K-D树，替罪羊树的方式，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最推荐</a:t>
            </a:r>
            <a:endParaRPr>
              <a:solidFill>
                <a:schemeClr val="accent5">
                  <a:hueOff val="-82419"/>
                  <a:satOff val="-9513"/>
                  <a:lumOff val="-16343"/>
                </a:schemeClr>
              </a:solidFill>
            </a:endParaR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1，替罪羊树，讲解150，一定要掌握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2，K-D树的替罪羊树，重构过程 O(n * log n)，比普通替罪羊树多一个 log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3，单次插入的均摊复杂度 O(log n * log n)</a:t>
            </a:r>
            <a:endParaRPr>
              <a:solidFill>
                <a:schemeClr val="accent5">
                  <a:hueOff val="-82419"/>
                  <a:satOff val="-9513"/>
                  <a:lumOff val="-16343"/>
                </a:schemeClr>
              </a:solidFill>
            </a:endParaR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优点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1，常数较好，始终只维护一棵K-D树，只有一个根节点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2，查询只需要在一棵K-D树上进行，剪枝效果更稳定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3，容易支持插入操作、删除操作、树套树，删除操作和树套树下节课讲述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缺点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1，实现稍复杂，代码量稍大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2，平衡因子允许左右存在一定比例的不平衡，理论上不保证矩形范围查询的复杂度O(√n)，一般够用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K-D树的原理、代码、常见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K-D树的原理、代码、常见题目</a:t>
            </a:r>
          </a:p>
        </p:txBody>
      </p:sp>
      <p:sp>
        <p:nvSpPr>
          <p:cNvPr id="18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5" name="动态K-D树为什么使用替罪羊树，而不使用基于旋转的平衡树？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动态K-D树为什么使用替罪羊树，而不使用基于旋转的平衡树？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1，如果所有节点使用统一的排序标准，旋转不会破坏中序的有序性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2，K-D树随深度的变化，交替选择维度，排序标准不统一，旋转操作会改变节点深度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3，所以旋转会破坏原本的划分关系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4，替罪羊树不基于旋转调整平衡，一旦不平衡，收集节点，然后重建，所以非常适合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K-D树的原理、代码、常见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K-D树的原理、代码、常见题目</a:t>
            </a:r>
          </a:p>
        </p:txBody>
      </p:sp>
      <p:sp>
        <p:nvSpPr>
          <p:cNvPr id="18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9" name="动态K-D树，二进制分组的方式，不推荐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动态K-D树，二进制分组的方式，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不推荐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1，课上图解动态建树的过程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2，单次插入的均摊复杂度 O(log n * log n)，分析过程类似启发式合并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优点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1，实现简单，适合一棵动态K-D树、只有插入操作的场景，利用静态建树即可，无需动态树结构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2，每个组的节点数量是2的幂，左右严格划分，理论上保证矩形范围查询的复杂度O(√n)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缺点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1，常数比替罪羊树的方式差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2，一棵动态K-D树拆成多棵树，查询答案需要访问多棵树，剪枝效果不稳定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3，较难支持更复杂的场景，比如删除操作、树套树（讲解160）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此外还有根号重构的方式，复杂度更高，不再讲述，有兴趣的同学可以自行学习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K-D树的原理、代码、常见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K-D树的原理、代码、常见题目</a:t>
            </a:r>
          </a:p>
        </p:txBody>
      </p:sp>
      <p:sp>
        <p:nvSpPr>
          <p:cNvPr id="19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3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简单题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有一个n * n的平面区域，初始时没有点，有若干条操作，类型如下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a b c   : 平面里增加一个点，坐标(a, b)，点权为c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2 a b c d : 查询(a, b)为左下角、(c, d)为右上角的区域中，所有点的点权和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3         : 终止，以后没有操作了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本题要求强制在线，得到操作参数的规则，打开测试链接查看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https://www.luogu.com.cn/problem/P4148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替罪羊树的方式 + 二进制分组的方式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二维空间的矩形范围查询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K-D树的原理、代码、常见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K-D树的原理、代码、常见题目</a:t>
            </a:r>
          </a:p>
        </p:txBody>
      </p:sp>
      <p:sp>
        <p:nvSpPr>
          <p:cNvPr id="19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7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K-D树结合懒更新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点的坐标有k维，点还有点权，k维空间中的轴对齐区域，可以用两个对角点表示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一共有m条操作，类型如下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qx qv    : 空间里增加一个点，qx是k个值表示点的坐标，qv表示点权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2 qx qy qv : 区域的两个对角点qx和qy，各自有k个值的坐标，该区域所有点的点权增加qv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3 qx qy    : 区域的两个对角点qx和qy，各自有k个值的坐标，打印该区域所有点的点权和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本题要求强制在线，得到操作参数的规则，打开测试链接查看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 &lt;= k &lt;= 3    1 &lt;= m &lt;= 10^5    坐标、点权、答案都需要long类型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https://www.luogu.com.cn/problem/P14312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替罪羊树的方式 + 二进制分组的方式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懒更新 + K维正交范围的查询和修改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K-D树的原理、代码、常见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K-D树的原理、代码、常见题目</a:t>
            </a:r>
          </a:p>
        </p:txBody>
      </p:sp>
      <p:sp>
        <p:nvSpPr>
          <p:cNvPr id="20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201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天使玩偶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本题就是讲解170，题目6，讲了CDQ分治的解法，这里用kdt的解法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规定(x1, y1)和(x2, y2)之间的距离 = | x1 - x2 | + | y1 - y2 |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一开始先给定n个点的位置，接下来有m条操作，每种操作是如下两种类型中的一种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y : 在(x, y)位置添加一个点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2 x y : 打印已经添加的所有点中，距离(x, y)最近的点有多远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3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x、y &lt;=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https://www.luogu.com.cn/problem/P4169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动态K-D树 + 曼哈顿距离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K-D树的原理、代码、常见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K-D树的原理、代码、常见题目</a:t>
            </a:r>
          </a:p>
        </p:txBody>
      </p:sp>
      <p:sp>
        <p:nvSpPr>
          <p:cNvPr id="20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205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三维偏序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本题就是讲解170，题目1，讲了CDQ分治的解法，这里用kdt的解法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一共有n个对象，每个对象有a、b、c三个属性，每个属性值的范围都是[1, k]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f(i)表示，aj &lt;= ai 且 bj &lt;= bi 且 cj &lt;= ci 且 j != i 的j的数量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ans(d)表示，f(i) == d 的i的数量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打印所有的ans[d]，d的范围[0, n)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k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https://www.luogu.com.cn/problem/P3810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根据a数值排序 + b和c维度使用动态K-D树 + 相同a的数据之间注意处理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
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9" name="Shape 14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, and humm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Bowl of pappardelle pasta with parsley butter, roasted hazelnuts, and shaved parmesan cheese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7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8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9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0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1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Bowl of salad with fried rice, boiled eggs,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5" name="Bowl with salmon cakes, salad, and humm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6" name="Bowl of pappardelle pasta with parsley butter, roasted hazelnuts,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bowl of salad with fried rice, boiled eggs,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codeforces.com/problemset/problem/652/E" TargetMode="Externa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codeforces.com/problemset/problem/1000/E" TargetMode="Externa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P5234" TargetMode="Externa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P2783" TargetMode="Externa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P7924" TargetMode="Externa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codeforces.com/problemset/problem/555/E" TargetMode="Externa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边双连通分量缩点的更多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边双连通分量缩点的更多题目</a:t>
            </a:r>
          </a:p>
        </p:txBody>
      </p:sp>
      <p:sp>
        <p:nvSpPr>
          <p:cNvPr id="152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53" name="前置知识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前置知识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讲解051 - 二分答案                    讲解078、讲解079 - 树型dp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讲解118 - 树上倍增                    讲解121 - 树的直径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讲解122 - 树上差分（点差分、边差分）     讲解186 - dfn序求LCA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讲解191 - 割边、边双连通分量和缩点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上节课讲述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割边、边双连通分量和缩点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本节课讲述</a:t>
            </a: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边双连通分量缩点的更多题目</a:t>
            </a: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割点、点双连通分量的内容，下节课安排讲述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边双连通分量缩点的更多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边双连通分量缩点的更多题目</a:t>
            </a:r>
          </a:p>
        </p:txBody>
      </p:sp>
      <p:sp>
        <p:nvSpPr>
          <p:cNvPr id="156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57" name="题目涉及的内容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题目涉及的内容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边双缩点 + 边双连通分量性质研究           题目1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边双缩点 + 树的直径                     题目2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边双缩点 + 二分答案 + 树的直径           题目3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边双缩点 + 树上倍增求LCA                题目4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边双缩点 + dfn序求LCA + 树上点差分       题目5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边双缩点 + 树上倍增求LCA + 树上边差分     题目6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边双缩点 + 树型dp                      题目7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本节课既是边双缩点的习题课，也是树上内容的复习课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边双缩点可以结合的内容很多，有兴趣的同学可以自行练习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边双连通分量缩点的更多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边双连通分量缩点的更多题目</a:t>
            </a:r>
          </a:p>
        </p:txBody>
      </p:sp>
      <p:sp>
        <p:nvSpPr>
          <p:cNvPr id="160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61" name="题目1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题目1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追寻文物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给定一张无向图，一共n个点、m条边，保证所有点连通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每条边除了端点之外，还有一个属性，值为1表示该边上有商品，值为0表示该边上无商品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给定起点s和终点t，路途怎么走随意，但是沿途每条边只能经过一次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从s到t的路途中能遇到商品打印"YES"，否则打印"NO"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n、m &lt;= 3 *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https://www.luogu.com.cn/problem/CF652E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https://codeforces.com/problemset/problem/652/E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利用 耳分解 证明如下结论</a:t>
            </a: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点u到点v的路径上，点可以重复经过，边不能重复经过，这样的路径叫trail</a:t>
            </a: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一个边双连通分量里，任意两点u和v，如果要求必须通过某条边，这样的trail一定存在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边双连通分量缩点的更多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边双连通分量缩点的更多题目</a:t>
            </a:r>
          </a:p>
        </p:txBody>
      </p:sp>
      <p:sp>
        <p:nvSpPr>
          <p:cNvPr id="164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65" name="题目2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题目2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最多的桥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给定一张无向图，一共n个点、m条边，保证所有点连通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沿途的边只能经过一次，找到能通过最多割边的路径，打印割边的数量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n、m &lt;= 3 *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https://www.luogu.com.cn/problem/CF1000E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https://codeforces.com/problemset/problem/1000/E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边双缩点 + 树的直径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边双连通分量缩点的更多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边双连通分量缩点的更多题目</a:t>
            </a:r>
          </a:p>
        </p:txBody>
      </p:sp>
      <p:sp>
        <p:nvSpPr>
          <p:cNvPr id="168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69" name="题目3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题目3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越狱老虎桥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给定一张无向图，一共n个点、m条边，保证所有点连通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每条边给定边权，表示破坏这条边需要花费的钱数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敌人可能在任意两点之间新增一条边，新增的这条边无法被破坏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敌人新增一条边之后，你的目标是只破坏一条边，就让图变成两个连通区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你不知道敌人会选择哪两个端点来新增这条边，你需要尽可能的做好准备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假设遭遇最差情况，打印你至少准备多少钱才能完成目标，无法完成目标打印-1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 &lt;= 5 *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m &lt;= 10^6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边权 &lt;=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https://www.luogu.com.cn/problem/P5234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边双缩点 + 二分答案 + 树的直径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边双连通分量缩点的更多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边双连通分量缩点的更多题目</a:t>
            </a:r>
          </a:p>
        </p:txBody>
      </p:sp>
      <p:sp>
        <p:nvSpPr>
          <p:cNvPr id="172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73" name="题目4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题目4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神会作弊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给定一张无向图，一共n个点、m条边，保证所有点连通，两点间出现重边只连一次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边双连通分量缩点后，如果点x和点y属于同一个边双连通分量，认为两点距离是1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如果不属于同一个边双连通分量，距离为缩点后的树上，两点简单路径上的节点个数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一共有q条查询，格式 x y : 计算点x和点y的距离，打印距离的二进制形式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 &lt;= 10000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m &lt;= 50000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https://www.luogu.com.cn/problem/P2783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边双缩点 + 树上倍增求LCA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边双连通分量缩点的更多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边双连通分量缩点的更多题目</a:t>
            </a:r>
          </a:p>
        </p:txBody>
      </p:sp>
      <p:sp>
        <p:nvSpPr>
          <p:cNvPr id="176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77" name="题目5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旅行家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给定一张无向图，一共n个点、m条边，每个点给定点权，保证所有点连通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一条路径要求，点可以重复经过，边不能重复经过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一共有q条操作，格式 x y : 从点x到点y所有可能的路径都走一遍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一共q条操作，可能涉及非常多的路径，如果一条路径通过了某个点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该点的点权就算入收益，但是以后再有其他路径通过该点，不重复获得收益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打印总收益是多少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 &lt;= 5 *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m &lt;= 2 * 10^6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q &lt;= 10^6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https://www.luogu.com.cn/problem/P7924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边双缩点 + dfn序求LCA + 树上点差分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边双连通分量缩点的更多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边双连通分量缩点的更多题目</a:t>
            </a:r>
          </a:p>
        </p:txBody>
      </p:sp>
      <p:sp>
        <p:nvSpPr>
          <p:cNvPr id="180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81" name="题目6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题目6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只能一个方向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给定一张无向图，一共n个点、m条边，图上可能有多个连通区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给定q条要求，格式 x y : 从点x出发，要求可以去往点y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你必须把每条无向边变成有向边，也就是每条边确定唯一的方向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如果改造后能满足所有要求，打印"Yes"，如果不存在方案，打印"No"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n、m &lt;= 2 *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https://www.luogu.com.cn/problem/CF555E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https://codeforces.com/problemset/problem/555/E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边双缩点 + 树上倍增求LCA + 树上边差分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边双连通分量缩点的更多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边双连通分量缩点的更多题目</a:t>
            </a:r>
          </a:p>
        </p:txBody>
      </p:sp>
      <p:sp>
        <p:nvSpPr>
          <p:cNvPr id="184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85" name="题目7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题目7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建造军营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一共n个城市、m条道路，道路是无向边，保证所有城市连通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你可以选择任何城市，在城市内建造军营，至少要选一座城市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你可以选择任何道路，在道路上派兵看守，也可以一条都不选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选择的城市集合 + 选择的道路集合，被认为是一种方案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敌人会袭击任意一条道路，如果有兵看守就不会被切断，否则会被切断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敌人袭击之后，如果造成任意两座军营无法连通，那么算你失败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确保不会失败的情况下，计算方案数，答案对 1000000007 取余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 &lt;= 5 *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m &lt;= 10^6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https://www.luogu.com.cn/problem/P8867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边双缩点 + 树型dp + 题目分析 + 巧妙定义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
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369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替罪羊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替罪羊树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讲解044-前缀树  整个专题的要求</a:t>
            </a:r>
            <a:endParaRPr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有序表专题安排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专题1：AVL树，讲解148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专题2：跳表，讲解149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专题3：替罪羊树，讲解150，本节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专题4：笛卡尔树、Treap树，讲解151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专题5：FHQ Treap树，讲解152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专题6：Splay树，讲解153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大厂笔试、算法竞赛掌握以上有序表结构足够，其他有序表结构不再讲述，面试遇到只是聊，可以自行学习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算法竞赛的同学，有序表必带模版：替罪羊树、Treep树、FHQ Treap树、Splay树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Splay树是实现Link-Cut-Tree的关键，这个结构的讲述，会在【挺难】阶段的课程里安排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替罪羊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替罪羊树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替罪羊树的实现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替罪羊树的实现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实现一种结构，支持如下操作，要求单次调用的时间复杂度O(log n)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1，增加x，重复加入算多个词频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2，删除x，如果有多个，只删掉一个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3，查询x的排名，x的排名为，比x小的数的个数+1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4，查询数据中排名为x的数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5，查询x的前驱，x的前驱为，小于x的数中最大的数，不存在返回整数最小值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6，查询x的后继，x的后继为，大于x的数中最小的数，不存在返回整数最大值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所有操作的次数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-10^7 &lt;= x &lt;= +10^7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https://www.luogu.com.cn/problem/P3369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替罪羊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替罪羊树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替罪羊树理解难度低、代码容易写、常数时间好，实现常用功能的有序表非常推荐，但扩展性相对较弱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替罪羊树理解难度低、代码容易写、常数时间好，实现常用功能的有序表非常推荐，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但扩展性相对较弱</a:t>
            </a:r>
            <a:endParaRPr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平衡因子为α，以h为头的树，节点总数为n，一旦左树或者右树的节点数 &gt; α * n，就认为树不平衡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树不平衡时，中序收集树上所有节点，然后用二分的方式重构整棵树，使其变成标准的平衡树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查询代价由树高决定，重构代价由重构的节点总数决定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选择合适的平衡因子，一般为0.7，单次查询代价O(log n)、单次调整的均摊代价为O(log n)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课上展示实验代码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替罪羊树的优化，每次进行增加操作、删除操作后，只需找到最上方不平衡的位置，重构一次即可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平衡树上最好没有重复的key，所以如果同一个key需要收集多次，需要增加词频信息，count数组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为了判断平衡，需要记录树上收集了多少个不同的key，diff数组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为了实现查询，需要记录树上一共收集了多少个数字，size数组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课上详解替罪羊树增加、删除、查询的代码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替罪羊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替罪羊树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重要更新！重要补充！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重要更新！重要补充！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之前讲的内容并没有讲错！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补充的讲解，是对我实现的替罪羊树，做进一步的分析和说明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我实现的替罪羊树 vs 经典替罪羊树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同时补充了，不做词频压缩的替罪羊树的实现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替罪羊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替罪羊树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经典替罪羊树的设计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经典替罪羊树的设计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1，allSiz代表总节点数，aliveSiz代表存活节点数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2，某节点的左子树或右子树大小高于平衡因子，触发重构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3，某节点的子树中，存活节点的比例低于设定阈值，触发重构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4，重构时，去掉不平衡子树的所有死亡节点，留下存活节点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5，节点的allSiz需要维护，所以重构发生后，不平衡子树的上方祖先，需要重新遍历，修正allSiz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我的设计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1，只维护aliveSiz，不维护allSiz，新增节点时，aliveSiz + 1，删除节点时，aliveSiz - 1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2，某节点的左子树或右子树，只关注存活节点数，一旦高于平衡因子，触发重构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3，新增和删除之后，都可能触发重构，重构时，去掉不平衡子树的所有死亡节点，留下存活节点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4，新增和删除时，节点的aliveSiz可以正确更新，重构发生后，不用再次遍历上方祖先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5，重要剪枝：某棵子树的存活节点数是0，查询时直接无视，新增时该子树直接被新增节点替换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替罪羊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替罪羊树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会不会残留大量死亡节点，导致重构很慢？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会不会残留大量死亡节点，导致重构很慢？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死亡节点会不会连成一条长链，导致查询很慢？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复杂度是如何得到保证的？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替罪羊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替罪羊树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有关复杂度的说明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有关复杂度的说明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1，如果某棵子树中已经没有存活节点了，这样的子树完全不用触碰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2，我设计的替罪羊树中，不用触碰的子树直接无视，如下分析认为这些子树就是空树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3，因为每次新增/删除操作后，所有子树只关注存活节点的数量，并且满足平衡条件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4，ALPHA * aliveSiz[i] &gt;= max(aliveSiz[ls[i]], aliveSiz[rs[i]])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5，假设树的存活节点数量是k，因为满足平衡条件，一条从上到下的路径中，存活节点数量是O(log k)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6，死亡节点必须有两个包含存活节点的儿子，否则一定会失衡并触发重构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7，如果树中有k个存活节点，那么提供连接作用的死亡节点最多有k-1个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8，死亡节点的连接方式，必然也是近乎平衡的，不会形成较长的链，不然也会触发重构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9，所以一棵子树中，存活节点数量O(k)，死亡节点数量O(k)，节点总量O(k)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10，所以一条从上到下的路径中，存活数量O(log k)，死亡数量O(log k)，节点总量O(log k)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11，所以我设计的替罪羊树和经典替罪羊树，复杂度一致，单次均摊O(log 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替罪羊树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替罪羊树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不做词频压缩的替罪羊树的实现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不做词频压缩的替罪羊树的实现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本节课代码中的better1文件，java代码实现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本节课代码中的better2文件，C++代码实现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课上重点讲解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
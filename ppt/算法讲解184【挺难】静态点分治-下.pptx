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7215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714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886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6326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150/E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9678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上节课讲述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上节课讲述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静态点分治的原理、模版题目、容斥题型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静态点分治的更多题目，结合很多算法和数据结构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 点分树、动态点分治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讲解183 - 静态点分治-上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题目的前置知识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题目1，点分治结合bfs                 讲解062 - 宽度优先遍历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题目2，点分治结合线段树               讲解110 - 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题目3，点分治结合二分答案             讲解051 - 二分答案法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题目4，点分治结合多重背包             讲解075 - 多重背包     讲解079 - 树型dp与dfn序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题目5，点分治结合二分答案、单调队列     讲解051 - 二分答案法   讲解054 - 单调队列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题目6，点分治结合单调栈、线段树        讲解052 - 单调栈       讲解110 - 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题目7，点分治结合字符串哈希            讲解105 - 字符串哈希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选择重心来分解树，递归最多O(log n)层，整体时间复杂度O(n * log n)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每次来到一棵子树，都允许对当前子树，做多次遍历/统计/合并，这是点分治的最大优势和爽点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首都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给定长度为n的数组color，color[i]表示i号节点的颜色，颜色有k种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你需要在树上找到一个连通区，连通区内出现的每种颜色，在连通区外不存在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这样的连通区可能有多个，希望包含的颜色数量尽量少，打印(最少颜色数 - 1)的结果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n、k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https://www.luogu.com.cn/problem/P7215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 + bfs + 题目分析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树的难题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一共有n个节点，给定n-1条边，每条边给定颜色，所有节点组成一棵树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颜色一共有m种，val[i]表示第i种颜色的权值，可能为负数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树上的一条简单路径，依次经过的边收集其颜色，可以组成一个颜色序列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颜色序列划分成若干个连续同色段，比如AABAACC，有4个连续同色段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每个连续同色段只算一次颜色权值，颜色权值的累加和作为路径的权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请计算边数在[limitl, limitr]范围的所有路径中，最大的权是多少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题目保证一定存在边数在[limitl, limitr]的路径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https://www.luogu.com.cn/problem/P3714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 + 按边的颜色排序然后处理 + 线段树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快递员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一共有n个节点，给定n-1条边，每条边给定边权，所有节点组成一棵树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对于点对(a, b)，假设你选择的中心点为x，那么点对的距离如下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点对(a, b)的距离 = a到x的路径权值和 + b到x的路径权值和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一共有m个点对，你需要选择中心点x，使得点对距离的最大值尽量小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打印这个最小的点对距离最大值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https://www.luogu.com.cn/problem/P4886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每次选择重心进行移动，逐渐找到最合适的中心点，可以认为是树上的二分答案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树上购物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一共有n个商店，有n-1条路构成一棵树，第i个商店只卖第i种物品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给定每种物品三个属性，价值v[i]、单价c[i]、数量d[i]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你逛商店可能会购买物品，要求所有买过东西的商店，在树上必须连通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你有m元，打印能获得的最大价值总和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500    1 &lt;= m &lt;= 4000    1 &lt;= d[i] &lt;= 2000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https://www.luogu.com.cn/problem/P6326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 + 树上多重背包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讲解079，题目5，树上01背包，掌握最优解，讲述了有效结构的概念，这是理解转移的基础</a:t>
            </a:r>
            <a:endParaRPr>
              <a:solidFill>
                <a:srgbClr val="000000"/>
              </a:solidFill>
            </a:endParaR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讲解075，多重背包的二进制分组优化，代码量小，复杂度比单调队列优化多一个log</a:t>
            </a:r>
            <a:endParaRPr>
              <a:solidFill>
                <a:srgbClr val="000000"/>
              </a:solidFill>
            </a:endParaR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有兴趣的同学，可以用单调队列优化的方式实现，复杂度最优，但是代码较多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最大中位数路径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一共有n个节点，给定n-1条边，每条边给定边权，所有节点组成一棵树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一条简单路径上，收集所有边权组成序列，其中的 下中位数 作为路径的权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边数在[limitl, limitr]范围的所有路径中，找到最大权的路径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如果有多条路径，找到其中一个方案即可，打印两个端点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    0 &lt;= 边权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https://www.luogu.com.cn/problem/CF150E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https://codeforces.com/problemset/problem/150/E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 + 序列最大中位数，经典二分答案转化 + 单调队列 + 按秩依次处理子树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注意按秩依次处理子树，秩可以是子树大小或者子树高度，保证复杂度正确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支配点对距离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一共有n个节点，给定n-1条边，每条边给定边权，所有节点组成一棵树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节点i到节点j的简单路径，边权的累加和，定义为dist(i, j)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编号区间[x, y]，考虑所有点对(a, b)，要求 x &lt;= a &lt; b &lt;= 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如果dist(a, b)是所有情况中最小的，则称(a, b)为区间[x, y]的支配点对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也可以说，区间[x, y]的支配点对距离为dist(a, b)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特别的，如果x == y，那么不存在满足要求的点对，此时支配点对距离为-1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一共有m次查询，格式 x y : 保证x &lt;= y，打印[x, y]的支配点对距离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10^5    1 &lt;= m &lt;= 10^6    1 &lt;= 边权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https://www.luogu.com.cn/problem/P9678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 + 点对的数量减少到O(n * log n) + 单调栈 + 线段树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静态点分治-下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静态点分治-下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模式字符串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一共有n个点，给定n-1条边，所有节点组成一棵树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每个点有点权，是一个大写字母，只考虑大写字母A到Z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给定一个长度为m的字符串s，也只由大写字母A到Z组成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考虑点对(u, v)的简单路径，把沿途节点的字母拼接起来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如果拼接字符串恰好是s重复正数次，那么该点对合法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打印合法点对的数量，注意(u, v)和(v, u)是不同的点对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https://www.luogu.com.cn/problem/P4075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 + 字符串哈希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树上路径信息包含头节点、检查逻辑的设计、匹配的前后缀根据长度做分组统计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
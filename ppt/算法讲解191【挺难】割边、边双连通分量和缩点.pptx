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U582665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eetcode.cn/problems/critical-connections-in-a-network/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7687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118/E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8436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树上dfs函数从递归版改迭代版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讲解189 - Tarjan算法求解强连通分量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Tarjan算法求解割边和经典题           题目1、题目2、题目3、题目4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Tarjan算法求解边双连通分量           题目5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边双连通分量缩点的两道题目            题目6、题目7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边双连通分量缩点的更多题目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割点、点双连通分量的内容，后续课程会安排讲述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常见技巧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常见技巧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无向图在建图时，让边的序号从2开始使用，并且让正反边相邻建立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如果一条边的序号是e，那么反向边的序号是(e ^ 1)，无向边的序号是(e &gt;&gt; 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割边/桥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无向图中，如果删除掉某条边之后，连通区的数量增加了，这条边就叫做割边，也叫做桥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Tarjan算法求解割边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1，推荐先学习，讲解189 - tarjan算法求解强连通分量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2，割边的求解过程，就是tarjan算法的微调，依然利用dfn和low数组，进行扎口袋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3，边的类型依然有树边、回边、弃边，注意！到达当前点的那条无向边需要忽略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4，如果一条树边，上方点为u，下方点为v，发现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&gt;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]，那么该边为割边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割边模版题1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图中可能存在多个连通区，对每个连通区求割边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先打印割边的总数量，然后从小到大打印所有割边的序号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请保证原图即使有重边和自环，答案依然正确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https://www.luogu.com.cn/problem/U582665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割边模版题2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点的编号0~n-1，保证所有点连通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找出图中所有的割边，返回每条割边的两个端点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请保证原图即使有重边和自环，答案依然正确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https://leetcode.cn/problems/critical-connections-in-a-network/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关键网络线路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给定k个提供A服务的节点，给定l个提供B服务的节点，保证k和l都是正数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一个节点可能不提供服务，也可能提供A服务或者B服务或者两种都有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每个节点可以通过边，获得任何节点提供的服务，但是必须同时获得两种服务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如果断开某一条边，使得某些节点无法同时获得两种服务，这样的边叫关键边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打印关键边的数量，打印每条关键边的两个端点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https://www.luogu.com.cn/problem/P7687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割边判断 + 题目分析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贝尔敦道路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每条无向边需要指定一个方向，变成有向边，还要保证任意两点互相可达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如果不存在方案打印0，如果存在方案，打印m条有向边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可以任意次序打印有向边，如果方案不只一种，打印其中一种即可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https://www.luogu.com.cn/problem/CF118E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https://codeforces.com/problemset/problem/118/E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有割边一定不存在方案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无割边的情况下，树边和回边设置方向即可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双连通分量，Biconnected component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双连通分量，Biconnected component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边双连通分量，E-BCC，也可称 E-DCC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无向图中，如果有两个点u和v</a:t>
            </a:r>
            <a:r>
              <a:t>，随便删去一条边，它们依然连通，就说u和v是边双连通的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无向图中，一个</a:t>
            </a:r>
            <a:r>
              <a:t>极大</a:t>
            </a:r>
            <a:r>
              <a:t>边双连通的子图，叫做一个</a:t>
            </a:r>
            <a:r>
              <a:t>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</a:t>
            </a:r>
            <a:r>
              <a:t>双连通分量，V-BCC，也可称 V-DCC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无向图中，如果有两个点u和v</a:t>
            </a:r>
            <a:r>
              <a:t>，随便删去一个其他点，它们依然连通，就说u和v是点双连通的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无向图中，一个</a:t>
            </a:r>
            <a:r>
              <a:t>极大点</a:t>
            </a:r>
            <a:r>
              <a:t>双连通的子图，叫做一个点</a:t>
            </a:r>
            <a:r>
              <a:t>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点双连通分量后续课程会安排讲述</a:t>
            </a:r>
          </a:p>
        </p:txBody>
      </p:sp>
      <p:pic>
        <p:nvPicPr>
          <p:cNvPr id="178" name="unknown.gif" descr="unknown.g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499" y="2978820"/>
            <a:ext cx="12701" cy="12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unknown.gif" descr="unknown.g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499" y="2978820"/>
            <a:ext cx="12701" cy="12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8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3" name="Tarjan算法求解边双连通分量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Tarjan算法求解边双连通分量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1，推荐先学习，讲解189 - tarjan算法求解强连通分量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2，求解边双连通分量的过程，依然是tarjan算法的微调，依然忽略到达当前点的那条无向边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3，如果发现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==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]，那么u的上方边，要么没有边，要么是割边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4，类似强连通分量的生成方式，可以生成一个边双连通分量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边双连通分量进行缩点，每个连通区会变成一棵树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下节课安排讲述，边双连通分量缩点的更多题目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8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边双连通分量模版题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图中可能存在多个连通区，对每个连通区求边双连通分量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先打印边双连通分量的总数量，然后对每个边双连通分量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打印节点个数，然后任意顺序打印该边双连通分量的节点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请保证原图即使有重边和自环，答案依然正确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https://www.luogu.com.cn/problem/P8436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9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网络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一共q条操作，格式 x y : 点x和点y之间新增一条边，打印此时割边的数量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https://acm.hdu.edu.cn/showproblem.php?pid=2460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 + 并查集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割边、边双连通分量和缩点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割边、边双连通分量和缩点</a:t>
            </a:r>
          </a:p>
        </p:txBody>
      </p:sp>
      <p:sp>
        <p:nvSpPr>
          <p:cNvPr id="19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冗余路径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打印至少添加几条边可以让整张图变成一个边双连通分量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https://www.luogu.com.cn/problem/P2860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 + 简单贪心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
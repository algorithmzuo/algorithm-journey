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577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5298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911/G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线段树的合并与分裂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线段树的合并与分裂-下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讲解078、讲解079 - 树型dp        本节课题目1、题目2、题目3需要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讲解099 - 逆元和费马小定理        本节课题目2需要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讲解110 - 线段树基础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讲解181 - 线段树的合并与分裂-上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上节课讲述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线段树合并的原理和经典题目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线段树合并加速dp转移的技巧    题目1、题目2、题目3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线段树的分裂                题目4、题目5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线段树的合并与分裂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线段树的合并与分裂-下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领导集团问题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一共有n个节点，给定每个点的点权，所有节点组成一棵树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已知1号节点是整棵树的头，其他节点的父亲节点都会给出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如果你在树上选择了u、v两个节点，并且u是v的祖先节点的话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那么需要保证 u的点权 &lt;= v的点权，除此之外就没有别的限制了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打印你最多能在树上选择几个点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点权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https://www.luogu.com.cn/problem/P4577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利用线段树合并 + 懒更新机制，加速dp的转移 + 合并时需要后缀最大值信息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线段树的合并与分裂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线段树的合并与分裂-下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根节点的取值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一共有n个节点，1号节点是整棵树的头，所有节点组成一棵树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给定一个长度为n的数组arr，如果节点x是叶，那么arr[x]表示点权，所有叶节点的点权都不同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如果节点x不是叶，那么它最多有两个孩子，此时arr[x]代表概率，节点x按照以下规则取得点权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以arr[x]的概率是所有儿子的点权最大值，以1 - arr[x]的概率是所有儿子的点权最小值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表示概率时，arr[x]的范围是[1, 9999]，表示概率 0.0001 ~ 0.9999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假设1号结点的权值有m种可能性，第i小的权值是Vi，取得概率为Di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计算 i = 1..m 时，每一项 (i * Vi * Di * Di) 的累加和，答案对 998244353 取模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3 * 10^5    1 &lt;= 叶节点权值 &lt;= 10^9    1 &lt;= 概率 &lt;= 9999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https://www.luogu.com.cn/problem/P5298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概率利用10000的逆元转成整数的值 + 合并时需要前缀信息，也需要后缀信息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线段树的合并与分裂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线段树的合并与分裂-下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命运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一共有n个节点，给定n-1条边，所有节点组成一棵树，规定1号节点是树头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给定m个点对，每个点对(x, y)，x是y的祖先节点，路径由从上到下的边组成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树上的每条边都要涂上白色或者黑色，完全由你决定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但是请保证每个点对的路径中，至少有一条黑色的边存在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打印给树涂色的方法数，答案对 998244353 取模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https://www.luogu.com.cn/problem/P6773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奇妙定义的神仙题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线段树的合并与分裂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线段树的合并与分裂-下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线段树分裂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数字范围1~n，给定每种数字的个数，建立编号为1的可重集合，以后新集合的编号自增即可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接下来有m条操作，每条操作是如下五种类型中的一种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0 x y z : x号集合中，取出[y, z]范围上的所有数字，生成新的集合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  : x号集合与y号集合合并，以后y编号的集合不会使用了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x y z : x号集合中，加入y个数字z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3 x y z : x号集合中，查询[y, z]范围上的数字个数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4 x y   : x号集合中，查询第y小的数字，不存在打印-1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所有数据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https://www.luogu.com.cn/problem/P5494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空间池的设计 + split的过程，通过设置全局变量tree1、tree2，实现返回两棵树的头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线段树的合并与分裂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线段树的合并与分裂-下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值全改的操作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给定一个长度为n的数组arr，接下来有q条操作，格式如下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l r x y : arr[l..r]范围上，所有数字x改成数字y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所有操作做完之后，从左到右打印arr中的值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n、q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arr[i]、x、y &lt;= 100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https://www.luogu.com.cn/problem/CF911G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https://codeforces.com/problemset/problem/911/G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
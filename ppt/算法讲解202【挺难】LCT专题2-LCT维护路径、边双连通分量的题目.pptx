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501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486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4332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703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0657" TargetMode="Externa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0658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2542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LCT维护路径、边双连通分量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LCT维护路径、边双连通分量的题目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讲解191 - 边双连通分量和缩点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讲解201 - LCT的原理和模版题目，同时意味着线段树、splay树、树链剖分都已掌握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LCT专题安排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讲解201，专题1，LCT的原理和模版题目</a:t>
            </a: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讲解202，专题2，LCT维护路径、边双连通分量的题目，本节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讲解203，专题3，LCT维护边权、生成树的题目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讲解204，专题4，LCT维护子树、图结构的题目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LCT维护路径信息的题目    题目1 ~ 题目4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LCT维护边双缩点的题目    题目5 ~ 题目7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CT维护路径、边双连通分量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LCT维护路径、边双连通分量的题目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动态树的加和乘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一共有n个点、n-1条边，每个点的初始点权都是1，所有节点组成一棵树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接下来有q条操作，操作类型有四种，格式如下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+ x y z   : x到y的路径上，点的权值都加上z，z是非负整数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* x y z   : x到y的路径上，点的权值都乘上z，z是非负整数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- x y a b : 删除原边(x,y)，加入新边(a,b)，操作后仍然是一棵树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/ x y     : x到y的路径上，查询点权累加和，对 51061 取模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n、q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https://www.luogu.com.cn/problem/P1501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LCT维护路径、边双连通分量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LCT维护路径、边双连通分量的题目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染色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本题就是讲解161，题目5，讲了树链剖分的解法，这里用lct的解法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一共有n个节点，给定n-1条边，节点连成一棵树，每个节点给定初始颜色值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连续相同颜色被认为是一段，变化了就认为是另一段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比如，112221，有三个颜色段，分别为 11、222、1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一共有m条操作，每种操作是如下2种类型中的一种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C x y z : x到y的路径上，每个节点的颜色都改为z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Q x y   : x到y的路径上，打印有几个颜色段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任何时候的颜色值 &lt;= 10^9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https://www.luogu.com.cn/problem/P2486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LCT维护路径、边双连通分量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LCT维护路径、边双连通分量的题目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三叉神经树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节点有两种类型，细胞节点编号范围[1, n]，信号节点编号范围[n+1, 3*n+1]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每个信号节点没有儿子节点，每个细胞节点固定有三个儿子节点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给定每个细胞节点的三个儿子节点编号，每个儿子可能是细胞节点，或者信号节点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每个信号节点拥有自身的值，是0或者1，初始值会给定，该值向上输出给父节点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每个细胞节点没有自身的值，根据三个儿子的信号，决定向上的输出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三个儿子节点中，1多就向上输出1，0多就向上输出0，也是向上输出给父节点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一共q条操作，每次给定一个信号节点的编号，表示它的值发生了翻转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题目保证1号节点是整棵树的根，每次操作执行完，都打印1号节点的输出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n、q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https://www.luogu.com.cn/problem/P4332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特别的路径信息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LCT维护路径、边双连通分量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LCT维护路径、边双连通分量的题目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树点涂色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一共n个节点，所有节点组成一棵树，规定1号节点是根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初始所有节点的颜色都不同，路径中的颜色数量叫做路径权值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接下来有m条操作，操作有三种类型，具体格式如下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  : 根到点x的路径上，所有点染上一种没有用过的新颜色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x y : 查询点x到点y的路径权值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3 x   : x为头的子树中选择一个点，希望该点到根节点的路径权值最大，打印这个值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https://www.luogu.com.cn/problem/P3703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LCT + 树链剖分 + 树上差分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找到辅助splay树的最左节点，两种实现的分析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LCT维护路径、边双连通分量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LCT维护路径、边双连通分量的题目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星球联盟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一共有n个点、m条无向边，接下来依次加入p条无向边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如果两个点属于同一个联盟，必须存在一条环形线路经过这两个点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等价地说，两个点之间存在两条没有公共边的路径，也就是在同一个边双连通分量中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每次加入一条新边(x,y)，加入之后判断点x和点y是否属于同一个联盟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如果不属于同一个联盟，打印"No"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如果属于同一个联盟，打印这个联盟里的节点数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n、m、p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https://www.luogu.com.cn/problem/P10657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不需要使用tarjan算法，使用并查集就可以完成边双缩点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LCT维护路径、边双连通分量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LCT维护路径、边双连通分量的题目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长跑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一共n个点，每个点有点权，初始没有边，接下来有m条操作，格式如下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y : 点x和点y之间增加无向边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2 x y : 点x的点权变成y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3 x y : 每条边需要指定方向变成单向边，希望点x到点y的过程中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获得最多的点权累加和，重复经过某点只获得一次点权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打印能获得的点权累加和最大值，如果不连通打印-1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             指定边的方向仅影响本次操作，不会影响后续操作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1.5 * 10^5    1 &lt;= m &lt;= 5 * n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https://www.luogu.com.cn/problem/P10658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LCT维护路径、边双连通分量的题目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LCT维护路径、边双连通分量的题目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航线规划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一共有n个点，m条无向边，任何时刻图连通，没有重边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一共有q条操作，操作有两种类型，具体格式如下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0 x y : 删除点x和点y之间的直接边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y : 查询点x和点y之间有多少条必经边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3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q &lt;= 4 *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https://www.luogu.com.cn/problem/P2542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并查集有关的常用技巧，时光倒流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
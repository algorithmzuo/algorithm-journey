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arkbzoj.cc/problem/2870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forces.com/problemset/problem/833/D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565" TargetMode="Externa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边分治和边分树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边分治和边分树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讲解183 - 静态点分治-上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讲解184 - 静态点分治-下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讲解185 - 点分树和动态点分治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讲解157 - 可持久化线段树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讲解181 - 线段树的合并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讲解186 - dfn序结合倍增表快速求LCA    本节课题目5需要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边分治的原理和题目    题目1、题目2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边分树的原理和题目    题目3、题目4、题目5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点分治、点分树是必备内容，一定要掌握，边分治、边分树是补充内容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边分治和边分树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边分治和边分树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边分治的原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边分治的原理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1，边划分的两个连通区，较大连通区的规模能取得最小值(最平衡划分)，这样的边就是重心边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2，树上任意点的度数 &lt;= 3的情况下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a. 重心边的其中一个端点，一定是树的重心点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b. 如果重心点的最大子树有多个，那么重心边就有多条，所有重心边一定相邻且共享重心点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c. 重心点通向最大子树的边，就是重心边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d. 重心边划分的较大连通区的节点数是 O(n * 2 / 3) 规模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e. 每次以重心边来分解当前连通区，那么和点分治类似，分治层数是O(log n)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3，普通树可能分治层数较多，比如菊花图，所以需要树的三度化重构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课上重点图解，重心边的性质、边分治的原理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边分治和边分树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边分治和边分树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三度化重构的注意点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三度化重构的注意点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1，补充的虚点和虚边，权值如何设置需要注意，不同题目可能有不同设置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2，重构的树，边的序号从2开始使用，每组正边和反边，连边顺序保证相邻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3，如果某条边的序号为e，那么(e ^ 1)就是该边的反向边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4，如果某条边的序号为e，那么(e &gt;&gt; 1)就是该边的组号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5，利用vis[边的组号]判断当前的边，是否是之前的重心边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寻找重心边的过程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1，普通的树先完成三度化重构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2，遇到之前的重心边直接跳过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3，找到当前连通区的重心点x，通向最大子树的边，就是重心边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课上重点图解，树的三度化重构、寻找重心边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边分治和边分树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边分治和边分树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边分治的地位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边分治的地位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1，点分治和边分治解决问题的类型几乎相同，都是路径/点对的统计类问题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2，点分治每次讨论跨越当前重心点的答案，边分治每次讨论跨越当前重心边的答案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3，解决问题的类型相似，边分治还要三度化重构，所以边分治是点分治的补充内容，较为冷门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边分治的优势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1，点分治需要处理多棵子树的信息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2，边分治只需处理两个连通区的信息，分析和实现往往更容易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3，点分治处理多棵子树时，有时需要按秩依次处理，防止复杂度爆炸，讲解184，题目5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4，边分治不用考虑多棵子树的处理顺序问题，因为就两个连通区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5，边分治和边分树，都是二叉结构带来的优势，其实优势极为强劲，目前虽然冷门，但很有开发潜力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边分治和边分树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边分治和边分树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最长道路tree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一共n个节点，每个点给定点权，给定n-1条边，所有节点组成一棵树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树上任何一条链的指标 = 链的节点数 * 链上节点的最小值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打印这个指标的最大值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https://hydro.ac/p/bzoj-P2870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https://darkbzoj.cc/problem/2870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边分治模版题 + 双指针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注意虚点和虚边权值的设置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边分治和边分树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边分治和边分树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红黑蛛网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一共n个节点，给定n-1条边，所有节点组成一棵树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每条边有两种边权，w为重量，c为颜色，颜色只有红和黑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考虑点对(x, y)的简单路径，x和y必须不同，假设红边数量r、黑边数量b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 2 * min(r, b) &gt;= max(r, b)，那么路径是合法的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合法路径的收益 = 路径所有边的重量乘积，(x, y)和(y, x)的路径只算一次收益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打印所有合法路径的收益总乘积，结果对 1000000007 取余，不存在任何合法路径打印1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 &lt;= n &lt;= 10^5    1 &lt;= w &lt;= 10^9 + 6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https://www.luogu.com.cn/problem/CF833D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https://codeforces.com/problemset/problem/833/D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简单容斥 + 快速幂 + 逆元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讲解098 - 快速幂，讲解099 - 逆元和容斥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边分治和边分树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边分治和边分树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边分树的原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边分树的原理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1，边分树一般不需要显式的建立，每条重心边的两侧信息，由每个点集各自记录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2，初始时，每个节点只记录和自己有关的重心边信息，就是只有一条路径的信息树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3，每棵信息树的结构完全相同，两棵信息树可以合并成一棵树，代表合并后的点集拥有的重心边信息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4，信息树上的一个节点代表一条重心边，两侧信息的一个组合就是跨越重心边的一个点对/简单路径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5，两棵信息树，在同一个节点，可以枚举左右侧信息的组合，来枚举两个点集组合出的点对/简单路径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6，重心边的信息不会保留所有可能性，会有取舍策略，比如取最大、取最小、求和等等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7，这种信息树就是边分树，因为结构是二叉的，所以可以像线段树那样，进行可持久化、合并操作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8，这种二叉结构带来的优势，点分树是不具备的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以上说法非常抽象，课上用例子进行重点图解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边分治和边分树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边分治和边分树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可持久化边分树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树上有n个节点，给定n-1条边，每条边有边权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给定长度为n的数组arr，代表点编号组成的一个排列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接下来有q条操作，每条操作是如下两种类型中的一种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x y z : 打印arr[x..y]中每个节点到节点z的简单路径距离之和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2 x     : 交换arr[x]和arr[x+1]的值，输入保证 1 &lt;= x &lt; n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n、q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本题要求强制在线，得到操作参数的规则，打开测试链接查看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https://www.luogu.com.cn/problem/CF757G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https://codeforces.com/problemset/problem/757/G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边分树的原理 + 边分树的可持久化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边分治和边分树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边分治和边分树</a:t>
            </a:r>
          </a:p>
        </p:txBody>
      </p:sp>
      <p:sp>
        <p:nvSpPr>
          <p:cNvPr id="18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5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暴力写挂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两棵树t1、t2都有n个节点，都以1号节点作为树头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各自给定n-1条边，以及每条边的边权，边权可能为负数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在t1中，点x到树头的距离记为dis1(x)，在t2中，该距离记为dis2(x)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点x和点y在t1中的LCA记为lca1(x, y)，在t2中的LCA记为lca2(x, y)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点对(x, y)的指标 = dis1(x) + dis1(y) - dis1(lca1(x, y)) - dis2(lca2(x, y))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点对(x, y)，要求x &lt;= y，打印这个指标的最大值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366666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https://www.luogu.com.cn/problem/P4565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https://loj.ac/p/2553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边分树的合并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边分治和边分树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边分治和边分树</a:t>
            </a:r>
          </a:p>
        </p:txBody>
      </p:sp>
      <p:sp>
        <p:nvSpPr>
          <p:cNvPr id="18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9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通道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三棵树t1、t2、t3都有n个节点，各自给定n-1条边以及每条边的边权，边权没有负数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点对(x, y)，要求两点必须不同，两点在树上的距离就是简单路径上边权的累加和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点对(x, y)，在t1、t2、t3的距离，分别记为dis1(x, y)、dis2(x, y)、dis3(x, y)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打印最大的dis1(x, y) + dis2(x, y) + dis3(x, y)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边权 &lt;= 10^12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https://www.luogu.com.cn/problem/P4220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https://loj.ac/p/2339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边分树的合并 + dfn序结合倍增表快速求LCA + 一个有关直径的结论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时间复杂度O(n * log 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
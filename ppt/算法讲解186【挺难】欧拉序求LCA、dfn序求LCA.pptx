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379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379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欧拉序求LCA、dfn序求LCA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欧拉序求LCA、dfn序求LCA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讲解117 - 倍增表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树上倍增求LCA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讲解118 - tarjan算法求LCA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讲解161 - 重链剖分求LCA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欧拉序结合倍增表求LCA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dfn序结合倍增表求LCA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各种求解LCA的算法对比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欧拉序求LCA、dfn序求LCA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欧拉序求LCA、dfn序求LCA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欧拉序求LCA的适用场景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欧拉序求LCA的适用场景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1，预处理过程的空间和时间，允许O(n * 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2，树的结构不会发生改变，没有动态修改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3，单次查询任意两点的LCA，时间复杂度O(1)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dfn序求LCA，空间和时间的常数更小，是欧拉序求LCA的一半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课上重点图解两种序求解LCA的过程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欧拉序的 rmq[i][p] = 从欧拉序i位置开始，往右2的p次方长度，区间所有节点中，最上方的节点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dfn序的 rmq[i][p] = 从dfn序i位置开始，往右2的p次方长度，区间所有节点的，最上方的父亲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欧拉序求LCA、dfn序求LCA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欧拉序求LCA、dfn序求LCA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欧拉序求LCA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一共有n个节点，给定n-1条边，所有节点组成一棵树，给定树头root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一共有m条查询，格式 u v : 打印u和v的最低公共祖先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https://www.luogu.com.cn/problem/P3379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欧拉序求LCA、dfn序求LCA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欧拉序求LCA、dfn序求LCA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dfn序求LCA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一共有n个节点，给定n-1条边，所有节点组成一棵树，给定树头root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一共有m条查询，格式 u v : 打印u和v的最低公共祖先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https://www.luogu.com.cn/problem/P3379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dfn序求LCA的细节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1，注意特判，如果u == v，直接返回答案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2，[dfn小+1 .. dfn大]范围上，利用倍增表查答案即可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欧拉序求LCA、dfn序求LCA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欧拉序求LCA、dfn序求LCA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各种求解LCA的算法对比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各种求解LCA的算法对比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1，树上倍增，预处理的空间和时间O(n * log n)，单次查询O(log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2，tarjan算法，预处理的空间和时间O(n + m)，单次均摊O(1)，只能处理批量离线任务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3，重链剖分，预处理的空间和时间O(n)，单次查询O(log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4，欧拉序结合倍增表，预处理的空间和时间O(n * log n)，单次查询O(1)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5，dfn序结合倍增表，预处理的空间和时间O(n * log n)，单次查询O(1)，常数是欧拉序的一半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以上总结都是针对静态树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动态树求最低公共祖先，LCT是经典方案之一，后续课程会安排讲述这个数据结构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
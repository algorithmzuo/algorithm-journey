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172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234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387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uoj.ac/problem/274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180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319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LCT维护边权、生成树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LCT维护边权、生成树的题目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讲解056 - 经典并查集    讲解061 - 最小生成树    讲解166 - 线段树分治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讲解201 - LCT的原理和模版题目，同时意味着线段树、splay树、树链剖分都已掌握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LCT专题安排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讲解201，专题1，LCT的原理和模版题目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讲解202，专题2，LCT维护路径、边双连通分量的题目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讲解203，专题3，LCT维护边权、生成树的题目，本节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讲解204，专题4，LCT维护子树、图结构的题目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LCT维护边权的技巧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LCT维护边权 + 最小生成树                题目1 ~ 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LCT维护边权 + 最小生成树 + 线段树分治     题目6 ~ 题目7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CT维护边权、生成树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LCT维护边权、生成树的题目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LCT维护边权的技巧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LCT维护边权的技巧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1，LCT的辅助splay方便维护点权，因此可以把边转成点，将边权作为这个点的点权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2，假设原图点编号1~n，原图的点x在LCT中的编号依然是x，原图的边y在LCT中的编号为y+n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3，原图中a和b之间的无向边e，转换后，a、b、e+n都是LCT中的点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4，LCT上执行，link(a, n+e)和link(b, n+e)，等价于原图的a和b之间连接了无向边e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5，LCT的点x，如果 x &lt;= n，说明x是原图的点，而不是边，可以设置无效边权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6，LCT的点x，如果 x &gt; n，说明x是边节点，对应原图的第x-n条边，x的点权就是该边的边权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7，至此原图中的边权就被转换成了LCT中的点权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8，通过辅助splay，可以汇总和维护路径上的最大边、最小边、边权和，等等信息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LCT维护边权、生成树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LCT维护边权、生成树的题目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水管局长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一共n个点、m条无向边，给定每条边的两个端点和边权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接下来有q条操作，每条操作是如下两种类型中的一种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: 打印点x到点y的所有路径中，最大边权的最小值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y : 删除点x和点y之间的直接边，该边一定存在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题目保证任何时刻图都连通，并且无重边无自环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m、q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https://www.luogu.com.cn/problem/P4172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并查集的时光倒流技巧，删除边转化成加入边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LCT维护边权、生成树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LCT维护边权、生成树的题目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最小差值生成树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一共n个点、m条无向边，给定每条边的两个端点和边权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题目保证图连通，图中可能存在自环，选择一棵生成树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希望树中最大边权减去最小边权的值尽量小，打印该值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https://www.luogu.com.cn/problem/P4234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LCT维护路径最小边权 + 滑动窗口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LCT维护边权、生成树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LCT维护边权、生成树的题目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魔法森林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无向图有n个点、m条边，每条边有a、b两种权值，可能存在重边和自环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定义路径的代价为，路径上最大的a + 路径上最大的b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选择1号点到n号点的路径，打印路径代价的最小值，无法到达打印-1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https://www.luogu.com.cn/problem/P2387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先根据a权值进行排序，然后根据b权值决定是否淘汰之前的边，注意正确性的分析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CT维护边权、生成树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LCT维护边权、生成树的题目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温暖会指引我们前行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一共n个地点，地点之间的道路是无向边，每条道路有温度和长度两种权值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初始时没有任何道路，之后出现的所有道路，温度互不相同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对于点x到点y的每一条路径，将路径上的道路按温度升序排列，形成该路径的温度序列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温度序列字典序最大的路径叫做最佳路径，因为道路温度互不相同，所以最佳路径唯一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接下来有m条操作，操作类型有三种，具体格式如下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find e x y t l : 建立编号为e的边，端点x和y、温度t、长度l，编号保证唯一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move x y       : 打印点x到点y最佳路径的长度总和，如果不连通打印-1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change e l     : 编号为e的道路长度修改为l，该道路保证已经建立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    1 &lt;= 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https://www.luogu.com.cn/problem/P6664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https://uoj.ac/problem/274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CT维护边权、生成树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LCT维护边权、生成树的题目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严格次小生成树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一共n个点、m条无向边，每条边有边权，图中可能存在自环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严格次小生成树的边权和，必须严格大于最小生成树的边权和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题目保证严格次小生成树一定存在，打印其边权和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边权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https://www.luogu.com.cn/problem/P4180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核心是分情况讨论，每条边去替换最大边权，或者去替换严格次大边权，记录所有情况中的最小增量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lct判断连通性 vs 并查集判断连通性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LCT维护边权、生成树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LCT维护边权、生成树的题目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变化的道路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一共n个点，n-1条无向道路，所有点组成一棵树，这些道路始终存在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然后给定m条变化的道路，每条变化的道路，只在第l天到第r天存在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道路给定权值代表费用，同一天内，一条道路在第一次经过时收费，之后免费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每天从1号点出发并游览所有点，要求游览结束后剩余钱数 &gt; 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打印每天出发时至少需要多少钱，也就是最少总费用+1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天数固定为32766，输出也固定为32766行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https://www.luogu.com.cn/problem/P4319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线段树分治 + lct，看懂讲解166，线段树分治，理解本题会非常容易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LCT维护边权、生成树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LCT维护边权、生成树的题目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城市建设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一共n个点、m条无向边，边有边权，编号1~m，图保证连通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接下来有q次修改，格式 e w，代表第e条边的边权修改为w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每次修改之后，打印当前图的最小生成树边权和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m、q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边权 &lt;= 5 * 10^7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https://www.luogu.com.cn/problem/P3206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线段树分治 + lct，每次修改边权，看作是删除老边，加入新边即可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
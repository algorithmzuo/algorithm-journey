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B3611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306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419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881" TargetMode="Externa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tcoder.jp/contests/abc287/tasks/abc287_h" TargetMode="Externa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347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Johnson全源最短路、传递闭包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Johnson全源最短路、传递闭包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讲解064 - Dijkstra算法，普通堆的实现，反向索引堆的实现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讲解065 - Floyd算法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讲解065 - Bellman-Ford算法和SPFA算法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Johnson全源最短路    题目1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传递闭包的经典题      题目2 ~ 题目7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Johnson全源最短路、传递闭包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Johnson全源最短路、传递闭包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全源最短路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全源最短路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得到任意两点之间的最短距离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图中可以有负边，但是不能有负环，否则无意义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算法对比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如果图中无负边，每个点出发跑Dijkstra算法，时间复杂度O(n * m * log n)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如果图中有负边，每个点出发跑Bellman–Ford算法，时间复杂度O(n * n * m)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如果图中有负边，使用Floyd算法，时间复杂度O(n * n * n)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能不能把边权处理成非负的，然后每个点出发跑Dijkstra算法？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简单的想法是边权统一加上某个值，不过这样一来，最短路无法正确求解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Johnson全源最短路、传递闭包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Johnson全源最短路、传递闭包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Johnson算法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Johnson算法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1，边权处理成非负值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2，每个点出发跑Dijkstra算法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3，正确求解任意两点的最短路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Johnson算法过程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1，建立超级源点s，s向每个点连一条权值为0的边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2，超级源点s出发，跑Bellman–Ford算法，得到每个点的最低势能h[i]，发现负环就停止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3，点u连向点v的边，原始权值为w，边权改成 w + h[u] - h[v]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4，每个点出发跑Dijkstra算法，得到</a:t>
            </a:r>
            <a:r>
              <a:t>改权后的</a:t>
            </a:r>
            <a:r>
              <a:t>最短路距离 dist(u, v)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5，可达点对(u, v)，还原真实最短距离 = dist(u, v) - h[u] + h[v]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Johnson全源最短路、传递闭包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Johnson全源最短路、传递闭包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算法原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算法原理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1，最低势能h[i] = 从任意点出发，选择边权和最小的路，得到节点i的最低点权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2，u -&gt; v，原始权值w，改成 w + h[u] - h[v]，该值 &gt;= 0，课上证明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3，点x到点y，最短路不会因为这种处理而发生改变，课上证明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算法优化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1，SPFA算法，优化Bellman–Ford算法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2，反向索引堆，优化Dijkstra算法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节点最低势能的思想很重要，后续费用流还会用到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Johnson全源最短路、传递闭包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Johnson全源最短路、传递闭包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Johnson全源最短路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一共n个点，m条有向边，边有边权，可能有负边、重边、自环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如果图中存在负环，打印-1即可，否则计算任意两点的最短距离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如果不存在通路，认为距离是10^9，每个点到自己的距离认为是0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无负环时，输出n行结果，点i到点j的最短距离记为dist(i, j)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第i行的输出 = 累加所有 { dist(i, j) * j }，1 &lt;= j &lt;= n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3 * 10^3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6 * 10^3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-3 * 10^5 &lt;= 边权 &lt;= +3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https://www.luogu.com.cn/problem/P5905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Johnson全源最短路、传递闭包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Johnson全源最短路、传递闭包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传递闭包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传递闭包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1，具有传递性的有向关系，比如 a -&gt; b 成立，b -&gt; c 成立，可以推出 a -&gt; c 成立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2，使用Floyd算法，枚举每个点作为跳板的情况下，讨论x和y之间是否存在关系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3，位图加速，节点i与每个节点的关系用位图dp[i]表示，复杂度 O(n * n * n / 位的长度)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void floyd() {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for (int bridge = 1; bridge &lt;= n; bridge++) {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for (int i = 1; i &lt;= n; i++) {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if (dp[i][bridge]) {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dp[i] |= dp[bridge];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}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Johnson全源最短路、传递闭包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Johnson全源最短路、传递闭包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传递闭包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一共n个点，给定有向图的邻接矩阵a，原图没有自环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 a[i][j] == 1，表示存在从i到j的有向边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 a[i][j] == 0，表示不存在从i到j的有向边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求有向图的传递闭包，输出关系矩阵b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如果i经过至少一条有向边可以到达j，那么b[i][j]为1，否则为0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https://www.luogu.com.cn/problem/B3611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Johnson全源最短路、传递闭包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Johnson全源最短路、传递闭包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连通数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一共n个点，给定有向图的邻接矩阵a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 a[i][j] == 1，表示存在从i到j的有向边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 a[i][j] == 0，表示不存在从i到j的有向边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如果i可以直接或间接到达j，则有序点对(i, j)计入答案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每个点都认为可以到达自己，因此(i, i)也计入答案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求所有可达有序点对的数量，打印这个数量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2000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https://www.luogu.com.cn/problem/P4306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Johnson全源最短路、传递闭包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Johnson全源最短路、传递闭包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确定能力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一共n头奶牛，编号为1~n，每头奶牛的能力互不相同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给定m条已知关系，格式 a b，表示a的能力强于b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能力关系具有传递性，如果a强于b，b强于c，那么a强于c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题目保证没有矛盾，根据已知关系，希望确定奶牛的排名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计算有多少头奶牛的具体名次已经能够确定，打印这个数量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4500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https://www.luogu.com.cn/problem/P2419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Johnson全源最短路、传递闭包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Johnson全源最短路、传递闭包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需要关系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一共n头奶牛，编号为1~n，每头奶牛的能力互不相同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给定m条已知关系，格式 a b，表示a的能力强于b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能力关系具有传递性，如果a强于b，b强于c，那么a强于c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希望确定所有奶牛能力从强到弱的完整排名，所以m条关系可能不够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你可以询问任意两只奶牛的强弱，所有询问必须提前准备好，不可以动态调整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求至少需要询问多少次，才能保证确定完整排名，打印这个数量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https://www.luogu.com.cn/problem/P2881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Johnson全源最短路、传递闭包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Johnson全源最短路、传递闭包</a:t>
            </a:r>
          </a:p>
        </p:txBody>
      </p:sp>
      <p:sp>
        <p:nvSpPr>
          <p:cNvPr id="19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3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有向图与查询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一共n个点，编号1~n，给定m条有向边，没有重边和自环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每条边的格式 a b，表示存在从a到b的有向边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定义有向路径的代价，路径上所有点的编号最大值，包括起点和终点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一共q条查询，每条查询的格式 s t，保证 s != t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求从s到t的所有有向路径中，最小的路径代价，不存在路径输出-1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 &lt;= 2000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m &lt;= n * (n - 1)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q &lt;= 10000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https://www.luogu.com.cn/problem/AT_abc287_h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https://atcoder.jp/contests/abc287/tasks/abc287_h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Johnson全源最短路、传递闭包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Johnson全源最短路、传递闭包</a:t>
            </a:r>
          </a:p>
        </p:txBody>
      </p:sp>
      <p:sp>
        <p:nvSpPr>
          <p:cNvPr id="19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7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排序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一共n个元素，用大写字母 A、B、C... 表示，元素的值互不相同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给定m条大小关系，格式为 A&lt;B，表示A的值小于B，大小关系具有传递性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按输入顺序逐条考虑这些关系，判断以下情况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如果首次在前k条关系后，已经能唯一确定完整排名，输出k和升序序列，然后结束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输出 Sorted sequence determined after {k} relations: {升序序列}.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如果首次在前k条关系后，发现了矛盾，那么停止判断，不再考虑后续的关系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输出 Inconsistency found after {k} relations.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如果考察完所有m条关系，仍然没有矛盾，但无法唯一确定完整排名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输出 Sorted sequence cannot be determined.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 &lt;= 26    1 &lt;= m &lt;= 600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https://www.luogu.com.cn/problem/P1347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
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782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5782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forces.com/problemset/problem/1697/F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6378" TargetMode="Externa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tcoder.jp/contests/abc210/tasks/abc210_f" TargetMode="Externa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2-SAT与前缀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2-SAT与前缀优化建图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讲解189 - 强连通分量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讲解195 - 线段树优化建图    本节课讲述前缀优化建图需要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讲解097 - 欧拉筛过程详解    本节课题目7需要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2-SAT求解原理和模版题    题目1、题目2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2-SAT巧妙建图的经典题    题目3、题目4、题目5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2-SAT结合前缀优化建图    题目6、题目7、题目8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下节课讲述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2-SAT与优化建图的更多题目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2-SAT与前缀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2-SAT与前缀优化建图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2-SAT（Satisfiability）问题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2-SAT（Satisfiability）问题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每个变量的取值只有0和1两种，为了满足所有给定的限制，确定每个变量的值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2-SAT求解过程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1，每个变量x，有两个互斥的取值假设，x和¬x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2，每个限制，形如 x 或 y，转化为两条关系，¬x -&gt; y 和 ¬y -&gt; x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3，每个限制转化为关系时，要满足 取反反向的对称性，若 u -&gt; v 必有 ¬v -&gt; ¬u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4，每个取值假设认为是点，每条关系认为是边，就构成了图，求解图中的强连通分量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5，如果某个变量的互斥取值假设，对应图中的两个点，在同一个强连通分量里，则无解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6，否则有解，每个变量选择SCC缩点后的DAG中，拓扑序更靠后的取值假设，作为变量的值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7，变量取值时注意，拓扑序越靠后的点，归属的强连通分量的序号越小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课上重点图解，核心是第6点，为什么总能得到可行解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2-SAT与前缀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2-SAT与前缀优化建图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例子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例子1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根据如下两个限制，求出一组x和y的真假状况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x == 1 或 y == 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x == 1 或 y == 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例子2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给定若干变量和限制，建好图之后，求解了强连通分量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变量x，互斥取值假设为a和b，a的拓扑序 &lt; b的拓扑序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变量y，互斥取值假设为c和d，c的拓扑序 &lt; d的拓扑序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会不会出现如下情况，导致生成答案的策略失效？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根据拓扑序，变量x取值为b，进行推导发现，变量y被迫取值为c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不会出现这种情况，因为 取反反向的对称性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2-SAT与前缀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2-SAT与前缀优化建图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2-SAT模版题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一共n个变量，变量的编号1~n，每个变量的取值不是0就是1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给定m条限制，每条限制的格式 x1 v1 x2 v2，含义如下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编号为x1的变量取值为v1 或者 编号为x2的变量取值为v2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决定每个变量的值，来满足所有限制，如果无法做到，打印"IMPOSSIBLE"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如果可以做到，先打印"POSSIBLE"，然后打印每个变量的值，任何一种方案都可以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https://www.luogu.com.cn/problem/P4782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2-SAT与前缀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2-SAT与前缀优化建图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和平委员会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一共n个团体，每个团体有两个代表，所以有2n个代表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第i号团体两个代表的编号为2i−1和2i，然后给定m个讨厌关系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格式 x y : 编号x和编号y这两个代表，相互讨厌，不可共事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现在要选出n个人组成委员会，每个团体的两个代表，有且仅有1人入选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同时要求选出的委员会中，没有相互讨厌的代表，如果做不到，打印"NIE"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如果能做到，按升序打印组成委员会的n个人的编号，任何一种方案都可以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8 * 10^3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m &lt;= 2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https://www.luogu.com.cn/problem/P5782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2-SAT与前缀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2-SAT与前缀优化建图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宇航员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一共n个人，一共A、B、C三个任务，所有人都能执行C任务，给定每人的年龄，假设平均年龄为f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年龄 &gt;= f 的人可以执行A任务，年龄 &lt; f 的人可以执行B任务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给定m个厌恶关系，格式 x y，代表编号x和编号y的两人相互讨厌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每个人必须选一个任务，相互讨厌的人不能分配相同任务，允许某个任务无人执行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如果存在分配任务的方案，打印每个人分配了什么任务，任何一种方案都可以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如果不存在方案，打印"No solution."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https://www.luogu.com.cn/problem/UVA1391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https://vjudge.net/problem/UVA-1391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2-SAT与前缀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2-SAT与前缀优化建图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约束条件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你需要构造长度为n的数组arr，每个元素的值在1~k之间，数组是非递减的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接下来给定m个约束条件，构造方案要满足所有约束条件，约束的格式如下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约束 1 i x   : arr[i] != x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约束 2 i j x : arr[i] + arr[j] &lt;= x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约束 3 i j x : arr[i] + arr[j] &gt;= x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如果不存在构造方案打印-1，存在方案就打印arr，任何一种方案都可以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n、m &lt;= 2 * 10^4    2 &lt;= k &lt;= 10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https://www.luogu.com.cn/problem/CF1697F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https://codeforces.com/problemset/problem/1697/F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设计定义 + 巧妙建图 + 取值逻辑 + 规避错误假设的技巧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2-SAT与前缀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2-SAT与前缀优化建图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同谋者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一共n个人，编号1~n，分配每个人进入交流队或者保密队中的一个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交流队要求内部任意两人都认识，保密队要求内部任意两人都不认识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给定每人的认识列表，如果x的认识列表里有y，那么y的认识列表里有x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分配还要求交流队和保密队都不能为空，计算n个人分成两组的方法数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如果不存在任何方法，打印0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 &lt;= 5000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所有认识列表的总人数 &lt;= n * (n - 1)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https://www.luogu.com.cn/problem/P3513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https://loj.ac/p/2155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得到随意的一个解之后，分析新方案的产生方式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2-SAT与前缀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2-SAT与前缀优化建图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前缀优化建图的原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前缀优化建图的原理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1，线段树优化建图，任意区间的每个点，进行快速连边，时间复杂度O(log n)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2，支持前缀区间，设计更简单，时间复杂度O(1)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3，前缀区间[1, x]的每个点向单点y连边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4，单点y向前缀区间[1, x]的每个点连边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5，前缀区间[1, x]的每个点向前缀区间[1, y]的每个点连边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6，后缀优化建图同理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课上重点图解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2-SAT与前缀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2-SAT与前缀优化建图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谜语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无向图中有n个点、m条边，一共有k个阵营，每个阵营拥有一些点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给定每个阵营拥有的节点列表，每个点都会进入且只进一个阵营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选择一些点成为关键点，要求每个阵营必须有一个点成为关键点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同时要求每条边的两个端点中，至少有一个端点成为关键点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如果存在选择方案，打印"TAK"，否则打印"NIE"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n、m、k &lt;=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https://www.luogu.com.cn/problem/P6378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2-SAT与前缀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2-SAT与前缀优化建图</a:t>
            </a:r>
          </a:p>
        </p:txBody>
      </p:sp>
      <p:sp>
        <p:nvSpPr>
          <p:cNvPr id="19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3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互质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一共n张卡片，每张卡片给定两个待选数字，选择其中一个数字作为卡片的值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确定每张卡片的值之后，如果任意两张卡片的值都是互质的，那么算作成功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存在成功的选值方案打印"Yes"，不存在打印"No"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3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待选数字 &lt;= 2 * 10^6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https://www.luogu.com.cn/problem/AT_abc210_f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https://atcoder.jp/contests/abc210/tasks/abc210_f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利用欧拉筛，生成最小质因子表，进而分解数字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每个数字根据拥有的质数因子分配阵营，一个阵营内只能选一个数字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2-SAT与前缀优化建图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2-SAT与前缀优化建图</a:t>
            </a:r>
          </a:p>
        </p:txBody>
      </p:sp>
      <p:sp>
        <p:nvSpPr>
          <p:cNvPr id="19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97" name="题目8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题目8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电台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给定数值f，范围[1, f]上，你要选一个数字ansx作为固定频率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一共p个电台，每个电台给定频率范围[l, r]，频率范围包含ansx的电台才能签约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签约电台还要满足n个要求和m个限制，具体格式如下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要求 u v : 必须签下电台u或者电台v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限制 u v : 电台u和电台v不能同时签下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如果存在签约方案，找到任何一种即可，依次打印，签约电台的数量、ansx、所有签约电台的编号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如果不存在签约方案，打印-1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 &lt;= n、p、f、m &lt;= 4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https://www.luogu.com.cn/problem/CF1215F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https://codeforces.com/problemset/problem/1215/F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
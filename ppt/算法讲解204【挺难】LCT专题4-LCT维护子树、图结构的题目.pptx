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219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poj.com/problems/QTREE6/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poj.com/problems/QTREE7/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299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271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5385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讲解120 - 树的重心    讲解121 - 树的直径    讲解157 - 可持久化线段树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讲解191 - 割边概念    讲解193 - 割点概念    讲解194 - 圆方树概念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讲解201 ~ 讲解203 - LCT专题的前三节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LCT专题安排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讲解201，专题1，LCT的原理和模版题目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讲解202，专题2，LCT维护路径、边双连通分量的题目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讲解203，专题3，LCT维护边权、生成树的题目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讲解204，专题4，LCT维护子树、图结构的题目，本节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LCT维护子树的题目、总结、注意点    题目1 ~ 题目4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LCT维护图结构的题目              题目5 ~ 题目8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大融合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本题就是讲解166，题目5，讲了线段树分治的解法，这里用lct的解法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一共有n个点，一共有q条操作，每条操作是如下两种类型中的一种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A x y : 点x和点y之间连一条边，保证之前x和y是不连通的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Q x y : 打印点x和点y之间这条边的负载，保证x和y之间有一条边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边负载定义为，这条边两侧端点各自连通区大小的乘积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https://www.luogu.com.cn/problem/P4219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LCT维护子树大小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QTREE6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给定一棵n个节点的树，每个节点有黑白两种颜色，初始所有节点都是黑色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接下来有q条操作，操作类型如下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x : 打印节点x所在的同色连通块大小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: 翻转节点x的颜色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https://www.luogu.com.cn/problem/SP16549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https://www.spoj.com/problems/QTREE6/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LCT维护子树大小 + 黑白状态各自的LCT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固定原树的形态，注意菊花图让复杂度爆炸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翻转x的颜色时，老颜色点的固定父边删除，其他边不删除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结合颜色状态点自身的贡献值，完成连通性的判断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QTREE7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给定一棵n个节点的树，每个节点有黑白两种颜色，给定初始颜色和点权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接下来有q条操作，操作类型如下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x   : 打印节点x所在的同色连通块中的最大点权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  : 翻转节点x的颜色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w : 节点x的点权修改为w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https://www.luogu.com.cn/problem/SP16580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https://www.spoj.com/problems/QTREE7/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LCT维护子树的最大点权 + 有序表或者平衡树 + 延续题目2的设计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QTREE5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给定一棵n个节点的树，每个节点有黑白两种颜色，初始所有节点都是黑色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接下来有q条操作，操作类型如下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x : 翻转节点x的颜色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: 打印节点x到最近白色节点的距离，不存在白色节点打印-1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https://www.luogu.com.cn/problem/SP2939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https://www.spoj.com/problems/QTREE5/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LCT维护子树较为复杂的信息 + 有序表或者平衡树 + 巧妙的设计和可能性分析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LCT维护子树信息的总结 1，维护的子树信息，通常具有可减性，可以快速增删虚子树的贡献，如节点数、点权和、异或和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LCT维护子树信息的总结</a:t>
            </a:r>
            <a:br/>
            <a:r>
              <a:t>1，维护的子树信息，通常具有可减性，可以快速增删虚子树的贡献，如节点数、点权和、异或和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2，汇总以x为根的辅助splay的信息，贡献 = x自身 + x的虚子树 + x在splay中的左右儿子</a:t>
            </a:r>
            <a:br/>
            <a:r>
              <a:t>3，access导致的实虚转换，需要同步加入或删除虚子树的贡献</a:t>
            </a:r>
            <a:br/>
            <a:r>
              <a:t>4，维护最大值、最小值等，没有可减性的信息时，每个点维护平衡树或有序集合是常见做法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LCT维护子树信息的注意点</a:t>
            </a:r>
            <a:br/>
            <a:r>
              <a:t>1，LCT天然不擅长维护子树信息，尤其是信息没有可减性时，或者动态树上需要子树懒更新时</a:t>
            </a:r>
            <a:br/>
            <a:r>
              <a:t>2，以上情况通常需要额外的数据结构，或者设计更加复杂的维护逻辑，实现难度会显著增加</a:t>
            </a:r>
            <a:br/>
            <a:r>
              <a:t>3，如果发现，LCT维护子树信息，实现和扩展过于复杂，应该重新思考难度更低的解法</a:t>
            </a:r>
            <a:br/>
            <a:r>
              <a:t>4，对于动态树，复杂的路径和子树信息，或涉及子树懒更新的问题时，top tree通常是更适合的选择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5，这类问题在比赛中较为低频，后续课程不再安排讲述top tree，感兴趣的同学可以自行学习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首都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初始时有n个互不连通的点，然后有m条操作，操作类型如下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A x y : 点x和点y之间连一条边，保证之前x和y是不连通的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Q x   : 打印点x所在连通区的重心编号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Xor   : 打印当前所有连通区，重心编号的异或和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本题的一个连通区就是一棵树，重心是到其他点的距离总和最小的点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为了保证重心唯一，本题规定，如果有多个重心，选择编号最小的点作为重心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https://www.luogu.com.cn/problem/P4299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LCT维护子树大小 + 利用LCT快速寻找树的重心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查询最远距离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初始没有节点，接下来有q条操作，操作类型如下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B p : 新建一个节点，并与节点p连接，如果p为-1则新建一个独立节点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Q x : 打印节点x到所在连通块中最远节点的距离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https://www.luogu.com.cn/problem/P4271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LCT维护树的直径信息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须臾幻境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无向图中有n个点、m条无向边，边的编号是1~m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每条询问的格式为 l r，表示保留编号[l, r]的边，打印有多少个连通块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https://www.luogu.com.cn/problem/P5385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边转点的技巧 + LCT维护最早出现的边 + 替换最早出现的边 + 可持久化线段树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LCT维护子树、图结构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LCT维护子树、图结构的题目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LCT与动态图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初始有n个孤立节点，接下来有q条操作，操作类型如下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: 点x和点y之间增加一条无向边，两点之前可能连通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: 打印点x到点y的路径中，必经边的数量，不连通打印-1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x y : 打印点x到点y的路径中，必经点的数量，不连通打印-1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必经点包括节点x和节点y本身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https://www.luogu.com.cn/problem/P5489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割边LCT + 割点LCT + 并查集判断连通性，可以优化常数时间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出现了环就建立方点，把路径扁平化，路径的圆点数量就是必经点数量，这是圆方树的内容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
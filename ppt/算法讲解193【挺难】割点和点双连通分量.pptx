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poj.org/problem?id=2117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8435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B3610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225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树上dfs从递归改迭代的技巧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讲解189 - Tarjan算法求解强连通分量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讲解191 - Tarjan算法求解割边、边双连通分量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Tarjan算法求解割点和经典题    题目1、题目2、题目3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Tarjan算法求解点双连通分量    题目4、题目5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点双连通分量的经典题          题目6、题目7、题目8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圆方树的原理和相关题目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割点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如果删掉某个点及其相连的边，无向图的连通区数量增加了，这个点就叫割点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Tarjan算法求解割点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1，推荐先学习，讲解189 - tarjan算法求解强连通分量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2，割点的求解过程，依然是tarjan算法的微调，依然利用dfn和low数组，进行扎口袋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3，边的类型依然有树边、回边、弃边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4，一条树边，上方点为u，下方点为v，如果发现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&gt;=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]，那么节点u就扎起了口袋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5，如果u是连通区的根节点，并且树边连接的儿子数量 &gt;= 2，那么u是割点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6，如果u不是连通区的根节点，但是u扎起了口袋，那么u是割点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7，遇到回边时，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min(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],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])，必须用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]，不能用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割点模版题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给定一张无向图，一共n个点、m条边，不保证所有点连通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打印图中割点的数量，然后从小到大打印所有割点的编号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https://www.luogu.com.cn/problem/P3388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电力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给定一张无向图，一共n个点、m条边，不保证所有点连通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点的编号0 ~ n-1，只能删除一个点的话，连通块最多有多少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https://loj.ac/p/10103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http://poj.org/problem?id=2117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嗅探器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给定一张n个点、m条边的无向图，所有节点属于一个连通区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给定点a和点b，如果删掉别的点能让a和b不再连通，这个点叫关键点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打印编号最小的关键点，不存在打印"No solution"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https://www.luogu.com.cn/problem/P5058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双连通分量，Biconnected Component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双连通分量，Biconnected Component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</a:t>
            </a:r>
            <a:r>
              <a:t>双连通分量，V-BCC，也可称 V-DCC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无向图中，如果有两个点u和v</a:t>
            </a:r>
            <a:r>
              <a:t>，随便删去一个其他点，它们依然连通，就说u和v是点双连通的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无向图中，一个</a:t>
            </a:r>
            <a:r>
              <a:t>极大点</a:t>
            </a:r>
            <a:r>
              <a:t>双连通的子图，叫做一个点</a:t>
            </a:r>
            <a:r>
              <a:t>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Tarjan算法求解点双连通分量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1，推荐先学习，讲解189 - tarjan算法求解强连通分量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</a:t>
            </a:r>
            <a:r>
              <a:t>，</a:t>
            </a:r>
            <a:r>
              <a:t>点双连通分量</a:t>
            </a:r>
            <a:r>
              <a:t>的求解过程，依然是tarjan算法的微调，依然利用dfn和low数组，进行扎口袋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3，边的类型依然有树边、回边、弃边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4，来到节点u时，先设置dfn[u]和low[u]的初始值，然后节点u进栈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</a:t>
            </a:r>
            <a:r>
              <a:t>，一条树边，上方点为u，下方点为v，如果发现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 &gt;=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]，那么节点u就扎起了口袋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6，一旦扎起口袋，从栈中弹出节点，生成新的点双连通分量，遇到u停止，u不从栈中弹出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7，遇到回边时，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 = min(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u</a:t>
            </a:r>
            <a:r>
              <a:t>],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])，必须用 </a:t>
            </a:r>
            <a:r>
              <a:rPr>
                <a:solidFill>
                  <a:srgbClr val="0326CC"/>
                </a:solidFill>
              </a:rPr>
              <a:t>dfn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]，不能用 </a:t>
            </a:r>
            <a:r>
              <a:rPr>
                <a:solidFill>
                  <a:srgbClr val="0326CC"/>
                </a:solidFill>
              </a:rPr>
              <a:t>low</a:t>
            </a:r>
            <a:r>
              <a:t>[</a:t>
            </a:r>
            <a:r>
              <a:rPr>
                <a:solidFill>
                  <a:srgbClr val="7E504F"/>
                </a:solidFill>
              </a:rPr>
              <a:t>v</a:t>
            </a:r>
            <a:r>
              <a:t>]</a:t>
            </a:r>
          </a:p>
        </p:txBody>
      </p:sp>
      <p:pic>
        <p:nvPicPr>
          <p:cNvPr id="174" name="unknown.gif" descr="unknown.g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499" y="2978820"/>
            <a:ext cx="12701" cy="12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77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8" name="无向图中，割点分割出的一块一块的子图，就是一个一个的点双连通分量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无向图中，割点分割出的一块一块的子图，就是一个一个的点双连通分量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每个割点，在相邻的点双连通分量里都会出现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每条割边，两个端点会形成一个点双连通分量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节点数为n，所有点双连通分量的全部节点可能到达 2 * n 的规模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强连通分量缩点之后，在DAG图上解决问题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边双连通分量缩点之后，在树上解决问题，得到的树叫做桥树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点双连通分量也有类似的技巧，那就是圆方树，下节课重点讲述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81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2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点双连通分量模版题1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给定一张无向图，一共n个点、m条边，建图时忽略自环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打印点双连通分量的个数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打印每个点双连通分量的大小和节点编号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打印顺序随意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每个孤立点分配一个点双连通分量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https://www.luogu.com.cn/problem/P8435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85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6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点双连通分量模版题2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忽略所有孤立点，打印点双连通分量的个数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打印每个点双连通分量内部的节点编号，编号按照从小到大组织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内部节点编号是一个序列，序列字典序小的点双连通分量先打印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https://www.luogu.com.cn/problem/B3610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89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0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夺回据点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一共n个据点，m条双向道路，所有据点连通在一起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每个据点给定点权，代表夺取这个据点需要的花费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当夺取某个据点之后，再夺取相邻的据点，认为没有花费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你可以按照任意顺序夺取所有据点，但是过程中必须保证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那些还没夺取的据点都在同一个连通区里，不被已经夺取的据点隔开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打印最小的总花费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点权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https://leetcode.cn/problems/s5kipK/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93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4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矿场搭建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一共n个地点，地点至少2个，每个地点都有人，m条双向道路连通所有地点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地震会发生在任何一个地点，地震发生时，其他地点的人都要去往救援点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你可以在任何地点设立救援点，但是发生地震的地点，道路和救援点都会失效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打印至少需要几个救援点，打印设立救援点的方案总数，方案认为是无序集合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https://www.luogu.com.cn/problem/P3225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割点和点双连通分量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割点和点双连通分量</a:t>
            </a:r>
          </a:p>
        </p:txBody>
      </p:sp>
      <p:sp>
        <p:nvSpPr>
          <p:cNvPr id="197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8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圆桌骑士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一共n个骑士，有m条厌恶关系，每条厌恶关系代表两个骑士互相讨厌对方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你可以任选骑士参加圆桌会议，但是厌恶关系的骑士无法在圆桌中相邻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圆桌会议的骑士数量必须是大于1的奇数，以防止赞同票和反对票一样多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也许有的骑士，不管怎么安排都无法参加圆桌会议，打印这个数量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10^3    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https://www.luogu.com.cn/problem/SP2878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https://www.spoj.com/problems/KNIGHTS/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本题用到二分图的内容，不过比较简单，二分图的更多内容，后续课程安排讲述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讨厌关系不连边，不讨厌才连边，表示可以相邻坐着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图中跨过割点的两个骑士，无法一起参加会议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一个点双连通分量中，找到任何节点数量为奇数的环，那么内部每个骑士都可能参加会议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
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387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656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627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073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272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169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515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275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强连通分量和缩点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强连通分量和缩点-下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讲解060 - 利用拓扑排序完成DAG的动态规划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讲解064 - dijkstra算法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讲解079 - 题目5，树上背包的最优解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讲解142 - 差分约束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讲解189 - 强连通分量和缩点-上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上节课讲述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Tarjan算法求解强连通分量和常见题目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缩点DAG + 动态规划（拓扑排序）             题目1、题目2、题目3、题目4、题目5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缩点DAG + 最短路、树上背包、差分约束        题目6、题目7、题目8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缩点DAG + 研究出度入度的分析题             题目9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强连通分量和缩点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强连通分量和缩点-下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缩点结合动态规划模版题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给定一张n个点，m条边的有向图，每个点给定非负点权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如果重复经过一个点，点权只获得一次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找到一条路径，使得点权累加和最大，打印这个值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https://www.luogu.com.cn/problem/P3387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缩点DAG的动态规划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1，拓扑排序的写法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2，直接转移的写法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强连通分量和缩点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强连通分量和缩点-下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采蘑菇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给定一张n个点，m条边的有向图，每条边有初始收益、恢复系数两种边权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初始收益为非负整数，恢复系数范围[0, 0.8]，并且最多有一位小数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比如，如果重复走过一条边，该边的初始收益为10，恢复系数为0.6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那么依次获得的收益为，10、6、3、1、0，随后重复经过就没有收益了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给定起点s，找到一条必须从s出发的路径，打印收益累加和的最大值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8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https://www.luogu.com.cn/problem/P2656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缩点DAG的动态规划 + 缩点点权的处理 + 限制起点或终点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强连通分量和缩点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强连通分量和缩点-下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劫掠计划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一共有n个城市，给定m条有向道路，每个城市给定拥有的钱数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给定起点城市s，给定p个有酒吧的城市，有酒吧的城市才能作为终点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路线必须从s出发到任意终点停止，重复经过城市的话，钱仅获得一次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题目保证一定存在这样的路线，打印能获得的最大钱数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https://www.luogu.com.cn/problem/P3627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缩点DAG的动态规划 + 缩点之后增加点的属性 + 限制起点或终点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强连通分量和缩点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强连通分量和缩点-下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最优贸易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一共有n个城市，每个城市给定水晶球的销售价格，给定m条道路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格式 a b op : op为1代表a到b的单向路，否则表示双向路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你要从1号城市出发，可以任选道路，最终来到n号城市，沿途可以买卖一次水晶球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在途中你可以任选一座城市买入，可以立即卖出，或者在之后的任何城市卖出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如果从1号城市能到达n号城市，打印挣到的最大钱数，如果不能到达打印0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https://www.luogu.com.cn/problem/P1073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缩点DAG的动态规划 + 限制起点或终点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强连通分量和缩点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强连通分量和缩点-下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最大半连通子图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有向图中节点u和v，只要其中一点能到达另一点，就说两点是半连通的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如果一个有向图，任意两点都是半连通的，这样的有向图就是半连通图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有向图中的一个点集，该点集中只要某两点在原图中有边，那么这条边就保留，则可以得到一个子图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如果该子图既是半连通图，又有节点数量最多，那么这个子图就是原图的最大半连通子图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给定一张n个点，m条边的有向图，打印最大半连通子图的大小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可能存在多个最大半连通子图，打印这个数量，数量对给定的数字x取余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https://www.luogu.com.cn/problem/P2272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缩点DAG的动态规划 + 关于重边的分析 + 判断重边省空间的写法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强连通分量和缩点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强连通分量和缩点-下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缩点最短路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给定一张n个点，m条边的有向图，每条边有非负边权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如果两点属同一个强连通分量，认为彼此到达的代价为0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找到从1号点到n号点的路径，打印最小的边权累加和，如果不能到达打印-1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https://www.luogu.com.cn/problem/P2169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缩点DAG + 最短路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讲解064，dijkstra算法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强连通分量和缩点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强连通分量和缩点-下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软件安装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一共有n个物品，你的背包能容纳的总重量为m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选择某个物品时，重量消耗为当前物品的w，获得收益为当前物品的v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给定每个物品最多一件依赖物品，不拿依赖物品无法选择当前物品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如果一批物品循环依赖，想选的话就只能都选，有的物品不存在依赖物品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打印你能获得的最大收益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n &lt;= 100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m &lt;= 500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https://www.luogu.com.cn/problem/P2515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缩点DAG + 树上背包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讲解079，题目5，树上背包的最优解，时间复杂度O(n * 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强连通分量和缩点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强连通分量和缩点-下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8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糖果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一共n个人，每人至少得到一个糖果，一共k条要求，要求有5种类型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u v : u的糖果 == v的糖果    2 u v : u的糖果 &lt; v的糖果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 u v : u的糖果 &gt;= v的糖果    4 u v : u的糖果 &gt; v的糖果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 u v : u的糖果 &lt;= v的糖果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如果无法满足所有要求打印-1，否则打印需要的最少糖果数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n、k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https://www.luogu.com.cn/problem/P3275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差分约束建图 + 简单判断 + 缩点DAG的动态规划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讲解142，差分约束，本题只用了差分约束的建图方式，进行简单的分析而已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强连通分量和缩点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强连通分量和缩点-下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9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杀人游戏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一共n个人，只有一个杀手，每个人是杀手的概率均等，其他人都是平民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给定m个知晓关系，如果x知晓y，那么y是不是杀手，x就知道情况了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知晓关系是单向且可传递的，比如a知晓b，b知晓c，那么a知晓c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你可以盘问任何人，不仅能知道对方身份，并且对方知晓的所有情况都能获得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但是如果你直接盘问到杀手的话，杀手会原地爆炸，炸死所有人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你一定要确定所有人的身份，而且你充分了解知晓关系网，会用最优的盘问策略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返回最优盘问策略下，杀手不爆炸还能被揪出来的概率，保留小数点后面6位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https://www.luogu.com.cn/problem/P4819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研究出度入度的分析题， 缩点DAG + 源头孤立情况的分析 + 判断重边省空间的写法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
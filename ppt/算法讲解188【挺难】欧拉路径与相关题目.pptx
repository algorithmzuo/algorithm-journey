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7771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731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127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eetcode.cn/problems/cracking-the-safe/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poj.org/problem?id=1780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oj.ac/p/10110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628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讲解056 - 并查集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讲解059 ~ 讲解065 - 必备阶段的图内容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欧拉路径的判定          图解构造性的证明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欧拉路径的构造          图解Hierholzer算法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欧拉路径的模版          题目1、题目2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首尾相接的题型          题目3、题目4、题目5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构造序列的题型          题目6、题目7、题目8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比较难的分析题          题目9、题目10、题目11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通俗理解就是一笔画，每条边必须经过一次，必须经过所有的边，所形成的路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通俗理解就是一笔画，每条边必须经过一次，必须经过所有的边，所形成的路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起点和终点是同一个点叫欧拉回路（欧拉图），起点和终点不是同一个点叫欧拉路径（半欧拉图）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有向图存在欧拉回路的条件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1，忽略入度和出度都为0的点后，剩下每个点满足，入度 = 出度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2，剩余图是强连通的（任意两点可以互相到达）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构造性的证明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1，从任意点s出发，如果遇到出边就选一条继续走，最终走到无法再走，一定会回到s，认为生成了主线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2，如果有剩余的边没有走到，那么该边必然可被主线上的某点x找到，因为图是强连通的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3，从点x出发，继续仿照步骤1，继续走没有走过的边，最终一定回到x，认为生成了支线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4，把x走出的支线，插入到主线里，可以拼成一个欧拉回路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5，主线不停插入支线，最终可以得到整个欧拉回路，这就是Hierholzer算法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有向图存在欧拉路径的条件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有向图存在欧拉路径的条件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1，忽略入度和出度都为0的点后，除了起点和终点外，剩下每个点满足，入度 = 出度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2，起点的出度 = 入度 + 1，终点的入度 = 出度 + 1，有且仅有一个起点和一个终点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3，如果终点向起点再连一条有向边，接下来判定是否有欧拉回路即可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对于无向图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1，忽略度为0的点，剩余的图全连通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2，统计度为奇数的点的个数，记为odd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3，如果odd为0，存在欧拉回路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4，如果odd为2，存在欧拉路径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5，否则不存在欧拉回路 或者 欧拉路径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6，证明过程与有向图的证明过程相似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欧拉路径/欧拉回路的判定和生成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欧拉路径/欧拉回路的判定和生成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1，根据条件找到起点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2，从起点开始，通过Hierholzer算法生成路径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3，连通性的判定可以借助Hierholzer算法，看看能否走完所有的边，无需借助并查集等更复杂的手段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Hierholzer算法，希尔霍尔策算法，有向图生成欧拉路径的代码，包含当前弧优化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void</a:t>
            </a:r>
            <a:r>
              <a:t> euler(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) {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cur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&gt; 0;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cur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]) {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cur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</a:t>
            </a:r>
            <a:r>
              <a:rPr>
                <a:solidFill>
                  <a:srgbClr val="0326CC"/>
                </a:solidFill>
              </a:rPr>
              <a:t>nxt</a:t>
            </a:r>
            <a:r>
              <a:t>[</a:t>
            </a:r>
            <a:r>
              <a:rPr>
                <a:solidFill>
                  <a:srgbClr val="7E504F"/>
                </a:solidFill>
              </a:rPr>
              <a:t>e</a:t>
            </a:r>
            <a:r>
              <a:t>];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euler(</a:t>
            </a:r>
            <a:r>
              <a:rPr>
                <a:solidFill>
                  <a:srgbClr val="0326CC"/>
                </a:solidFill>
              </a:rPr>
              <a:t>to</a:t>
            </a:r>
            <a:r>
              <a:t>[</a:t>
            </a:r>
            <a:r>
              <a:rPr>
                <a:solidFill>
                  <a:srgbClr val="7E504F"/>
                </a:solidFill>
              </a:rPr>
              <a:t>e</a:t>
            </a:r>
            <a:r>
              <a:t>]);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algn="l" defTabSz="457200"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path</a:t>
            </a:r>
            <a:r>
              <a:rPr>
                <a:solidFill>
                  <a:srgbClr val="000000"/>
                </a:solidFill>
              </a:rPr>
              <a:t>[++</a:t>
            </a:r>
            <a:r>
              <a:t>cntp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课上重点图解，Hierholzer算法的过程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一些提醒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一些提醒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1，判定分两步，能否找到起点，生成的路径能否包含所有边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2，最终生成的路径数组，倒序输出才是真正的欧拉路径/欧拉回路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3，对于无向图，根据无向边的序号是否已经使用，来执行Hierholzer算法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4，欧拉路径/欧拉回路，有时要求满足最小的字典序等其他要求，此时每个点的边集进行排序即可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5，Hierholzer算法的时间复杂度O(n + m)，如果有排序过程，复杂度再乘O(log 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有向图的欧拉路径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图中有n个点，m条有向边，每条边给出两个端点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如果存在欧拉路径，输出字典序最小的结果，如果不存在打印No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https://www.luogu.com.cn/problem/P7771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无向图的欧拉路径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图中给定m条无向边，每条边给出两个端点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如果存在欧拉路径，输出字典序最小的结果，如果不存在打印No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节点编号的范围是[1, 500]，所有点不一定都出现，以给定的边为准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1024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https://www.luogu.com.cn/problem/P2731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合法排列数对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给定n个数对，每个数对(a, b)，其中 a != b，并且不存在相同的数对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希望所有数对形成首尾相接的样子，叫做合法排列，比如以下的数对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[5,1] [4,5] [11,9] [9,4] 合法排列为 [11,9] [9,4] [4,5] [5,1]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注意每个数对必须使用且仅用1次，数据保证存在合法排列，返回任何一个都可以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数字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https://leetcode.cn/problems/valid-arrangement-of-pairs/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首尾相接的题型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欧拉路径 + 离散化 + 边根据去往的端点排序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词链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给定n个由小写字母组成的单词，想把所有单词串成一个词链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同时要求前一个单词的结尾字符 == 后一个单词的开头字符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比如词链，aloha.arachnid.dog.gopher.rat.tiger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需要使用每个输入的单词恰好一次，同一单词出现k次就要用k次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返回字典序最小的结果，注意 . 的字典序 &lt; 小写字母的字典序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如果不存在合法词链，输出***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https://www.luogu.com.cn/problem/P1127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首尾相接的题型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欧拉路径 + 根据边权字符串排序 + 欧拉路径收集的是边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无序字母对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给定n个字母对，每个字母对有两个字母，字母只可能是A~Z、a~z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字母对内部不区分顺序，ab和ba是相同的，但是区分大小写，Ab和ab是不同的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题目不会给定重复的字母对，构造一个长度n+1的字符串，让每个字母对都出现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一个字母对的两个字母，在字符串中相邻出现即可，请输出字典序最小的方案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如果没有满足要求的方案，打印"No Solution"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1326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https://www.luogu.com.cn/problem/P1341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首尾相接的题型，无向图的欧拉路径，图如果比较小，可以选择用邻接矩阵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破解保险箱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给定正数n，表示密码有n位，给定正数k，表示每一位可能的数字是[0..k-1]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密码有(k^n)个可能性，构造一个字符串，其中的连续子串包含所有可能的密码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先保证字符串的长度最短，作为加强要求，保证字典序尽量的小，返回字符串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4    1 &lt;= k &lt;= 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https://leetcode.cn/problems/cracking-the-safe/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构造序列题型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 Bruijn序列，其实就是生成欧拉回路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总长度为  k的n次方 + n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所有可能的密码串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给定正数n，表示密码有n位，每一位可能的数字是[0..9]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密码有(10^n)个可能性，构造一个字符串，其中的连续子串包含所有可能的密码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先保证字符串的长度最短，然后保证字典序尽量的小，返回这个字符串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http://poj.org/problem?id=1780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构造序列题型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题目6的特例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注意本题Hierholzer算法的实现，需要用迭代版本，否则会爆栈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20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1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太鼓达人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给定一个正数n，所有长度为n的二进制状态一共有(2^n)个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构造一个字符串，字符串可以循环使用，其中的连续子串包含所有二进制状态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求出字符串的最小长度值，并且给出字典序最小的方案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比如n=3，字符串最小长度值为8，字典序最小的方案为00010111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注意到 000、001、010、101、011、111、110、100 都已包含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注意到 最后两个二进制状态 是字符串循环使用构造出来的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本题可以推广到k进制，代码就是按照推广来实现的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https://www.luogu.com.cn/problem/P10950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https://loj.ac/p/10110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构造序列题型，前缀是n个0，后缀是n-1个0，因为可以循环使用，所以后缀可以省略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20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5" name="题目9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垃圾车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一共有n个点，m条无向边，所有点不保证连通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每条边的属性为 u v s t : u和v是端点，s是初始状态，t是最终状态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状态的数值只有0和1两种，当一辆车通过一条无向边，那么状态会翻转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一辆车的路线中，可以指定一个起点，最终回到起点，沿途的其他点不能重复经过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所有的边都要达成最终状态，所以需要若干辆车来完成这个目标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如果存在方案，提供任何一种方案即可，首先打印需要几辆车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然后对每辆车，先打印通过的边数，再打印依次到达了哪些点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如果不存在方案，打印"NIE"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    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https://www.luogu.com.cn/problem/P3520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题目分析 + 多个连通区的欧拉回路 + 欧拉回路拆成简单环路的技巧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20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9" name="题目10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邮递员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一共n个点，m条有向边，不会有重边和自环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邮递员一定要从1号点开始，最后回到1号点，每条边都要走1次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邮递员依次走过的点的编号，就可以形成一个路径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给定t个序列，每个序列先给定长度k，然后是k个节点的编号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希望每个序列都是路径的连续子段，如果不存在这样的路径，打印"NIE"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如果存在这样的路径，先打印"TAK"，然后打印依次走过的节点编号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5 * 10^4    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t &lt;= 10^4        所有序列的节点总量 &lt;= 2 *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https://www.luogu.com.cn/problem/P3443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边建立连接 -&gt; 边进行压缩 -&gt; 压缩后的图跑欧拉回路 -&gt; 边进行解压得到最终路径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压缩后的图对重边的处理 + 不合法情况的梳理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欧拉路径与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欧拉路径与相关题目</a:t>
            </a:r>
          </a:p>
        </p:txBody>
      </p:sp>
      <p:sp>
        <p:nvSpPr>
          <p:cNvPr id="21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13" name="题目1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丁香之路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一共有n个点，点i和点j的距离为|i - j|，所以这是完全图，边是无向边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给定m个点对，每个点对(a, b)，保证 a != b，表示a和b之间的无向边做了标记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给定起点s，不管终点是什么，每条被标记的无向边，走过至少一次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打印起点s，终点i的情况下，走过路程的最小距离是多少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终点i可以是1~n中的任意一点，所以一共打印n个数值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2500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m &lt;= n个顶点的完全图的边数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https://www.luogu.com.cn/problem/P6628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一道神仙题，时间复杂度O(n * n * log n)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点i向点s连一条无代价的边 -&gt; 转化成代价最小的欧拉回路 -&gt; 配平相邻的度数为奇的点对 -&gt;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一条边拆成一路的碎边，获得最大的连通性 -&gt; 最小生成树确保最终的连通性，此时边要用两次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
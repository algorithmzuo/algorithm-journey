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129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687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335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0779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236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uoj.ac/problem/87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讲解078 - 树型dp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讲解189 ~ 讲解194 - Tarjan算法（强连通、割边、边双连通、割点、点双连通、圆方树）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讲解194 - 圆方树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讲解199 - 基环树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讲解054 - 单调队列    本节课题目5、题目7需要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讲解161 - 树链剖分    本节课题目6、题目7、题目8需要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讲解180 - 虚树        本节课题目7需要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仙人掌遍历和找环的过程    改写Tarjan算法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仙人掌dp的经典题目       题目1 ~ 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仙人掌结合圆方树的题目    题目6 ~ 题目8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仙人掌图是无向连通图，英文叫 cactus graph，简称 cactus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仙人掌图是无向连通图，英文叫 cactus graph，简称 cactus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每条边要么是割边，要么最多出现在一个简单环里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仙人掌可以理解为允许出现简单环的树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普通的树也是仙人掌图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仙人掌的一个简单环是一个点双连通分量，不是一个边双连通分量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仙人掌的割边直接作为树边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仙人掌可以转成圆方树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如此一来，很多仙人掌问题转化成了树上问题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之前的课已经讲过的树上内容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之前的课已经讲过的树上内容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树型DP、树上倍增和LCA、树的直径、树的重心、树上差分、换根DP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树链剖分、虚树、点分治、点分树、边分治、边分树、树的欧拉序和dfn序、基环树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关于仙人掌的节点，有以下结论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1，一个节点，有可能是多个环的环顶节点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2，一个节点，如果不是环顶节点，最多参与一个环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3，很多情况下，生成环上节点的信息，会刻意不包含环顶节点，就是这个原因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4，判断仙人掌 或者 生成环上节点的信息，经常利用这个结论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仙人掌遍历和找环的过程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仙人掌遍历和找环的过程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1，割边出现，两个圆点直连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2，环出现，生成方点，环顶节点连接方点，方点再去连接环中其他节点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3，利用边判断回头路，边的编号从2开始，e的反向边 = e ^ 1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4，Tarjan算法的一个改版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课上重点图解代码，本节课ShowDetail文件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环中的每条边依次设置归属，尤其环的末尾边分配给环顶节点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仙人掌删边方案数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给定n个点、m条路径表示无向图，每条路径的相邻两点之间都有边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如果图不是仙人掌打印0，如果图是仙人掌，可以在图中删除一些边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如果删除后剩下的图仍然连通，就叫有效的删边方案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允许一条边也不删，打印有效删边的方案数，答案可能很大，需要高精度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边总数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https://www.luogu.com.cn/problem/P4129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仙人掌加边方案数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给定n个点、m条边的无向连通图，输入保证没有自环、没有重边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可以在图中加入一些新的边，如果加入后得到的图是仙人掌，就叫有效的加边方案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允许一条边也不加，但不允许加边后，形成自环或二元环，计算有效的加边方案数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答案对 998244353 取余，每次输入可能有多组测试数据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https://www.luogu.com.cn/problem/P3687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仙人掌最长路线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给定n个点、m条边的无向连通图，输入保证图是仙人掌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路线可以从任何城市开始，但必须在1号点结束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路线可以重复经过同一个点，但不能重复经过同一条边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计算最长路线的边数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https://www.luogu.com.cn/problem/P6335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仙人掌最大独立集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给定n个点、m条边的无向连通图，输入保证图是仙人掌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你可以选择一些点，但是图中任意相邻两点不能同时选择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计算能得到的最大点权累加和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第一个测试链接，给定每个点的点权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第二个测试链接，认为每个点的点权是1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https://www.luogu.com.cn/problem/P4410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https://www.luogu.com.cn/problem/P10779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仙人掌直径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给定n个点、m条路径表示无向图，每条路径的相邻两点之间都有边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点x到点y的距离，是指x到y的最短路径中的边数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仙人掌直径，是指任意两点距离的最大值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输入保证图是仙人掌，计算仙人掌直径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边总数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https://www.luogu.com.cn/problem/P4244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给定n个点、m条边的仙人掌图，每条边有边权，没有自环，没有重边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一共q条查询，每条查询格式为 x y，查询点x和点y之间的最短路距离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边权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https://www.luogu.com.cn/problem/P5236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需要先看懂，树链剖分，圆方树，仙人掌结合圆方树模版题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x点向上找到进入某环的入口节点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最短路最大值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给定n个点、m条边的仙人掌图，每条边有边权，没有自环，可能有重边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一共q条查询，格式 k a1 a2 .. ak 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给定的k个点中，任意选两个点，可以选择相同点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打印它们之间最短路的最大值是多少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n、查询中k的总和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https://uoj.ac/problem/87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需要先看懂，树链剖分，圆方树，虚树（讲解180）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 + 树链剖分 + 圆方树 + 虚树 + 直径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仙人掌图和相关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仙人掌图和相关题目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仙人掌路径翻转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给定n个点、m条边的仙人掌图，没有自环，没有重边，1号节点是仙人掌的根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输入保证每个简单环的边数都为奇数，所以点x到根的最短路和最长路都是唯一的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以点x为头的子仙人掌，是指删掉根到x路径上的边后，包含x的连通块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每个节点只有黑白两种颜色，初始时所有节点为黑，一共有q条操作，类型如下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: 点x到根的最短路上所有节点，颜色翻转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: 点x到根的最长路上所有节点，颜色翻转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: 查询以点x为头的子仙人掌中，黑色节点的数量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n、m、q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https://uoj.ac/problem/158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仙人掌 + 圆方树 + 重链剖分重新设计dfn序号分配方式 + 线段树 + 很多情况讨论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
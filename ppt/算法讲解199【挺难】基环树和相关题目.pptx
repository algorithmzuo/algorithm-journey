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711/D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1454/E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607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453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399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讲解059 ~ 讲解065 - 图的基础内容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~ 讲解123 - 树的专题内容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讲解054 - 单调队列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讲解078 - 树型dp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讲解108 - 树状数组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讲解161 - 树链剖分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基环树的找环过程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基环树的经典题目    题目1 ~ 题目8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无向图的基环树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无向图的基环树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1，图中有n个点、n条边，图是连通，恰好有一个环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2，一个环 + 环上挂树的结构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3，每棵分树建立信息，然后在环上整合信息，进而得到答案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4，分树建立信息，树相关的算法和数据结构可能用到，之前的课讲了好多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5，环上整合信息，先把环变成链，然后很多数据结构就可以维护环的信息了，之前的课讲了好多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有向图的基环树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1，内向树，每个节点以自己为起点的边只有一条，从外进入环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2，外向树，每个节点以自己为终点的边只有一条，从环去往外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三种找环方式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三种找环方式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1. dfs找环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重点推荐，重点讲解，扩展性最好，可以得到环上的点、环上的边、环的顺序、环的边权等信息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2. 并查集找环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适用于无向图，边依次加入，如果一条边的两个端点已经连通，这条边就是形成环的边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并查集通常只能找到闭环边，不能直接得到环上所有点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3. 拓扑排序找环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无向基环树：度为1的点进队列，消除该点的影响，最后剩下的点就是环上的点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有向基环树：入度为0的点进队列，消除该点的影响，最后剩下的点就是环上的点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拓扑排序适合标记哪些点在环上，但环的顺序、环边、环边权等组织信息无法直接获得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void dfs(int u) {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void dfs(int u)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dfn</a:t>
            </a:r>
            <a:r>
              <a:t>[u] = ++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cntd</a:t>
            </a:r>
            <a:r>
              <a:t>;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for (int e = head[u]; e &gt; 0; e = nxt[e])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int v = to[e];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if (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dfn</a:t>
            </a:r>
            <a:r>
              <a:t>[v] == 0)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from</a:t>
            </a:r>
            <a:r>
              <a:t>[v] = u;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dfs(v);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} else if (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dfn</a:t>
            </a:r>
            <a:r>
              <a:t>[u] &lt;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dfn</a:t>
            </a:r>
            <a:r>
              <a:t>[v]) {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此时发现环了，u是起点，v是终点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利用from，收集环上节点，或者环的其他信息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dfs找环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dfs找环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1，dfs过程中，每个节点分配dfn序号，dfn[u]表示第一次来到节点u时，该点获得的序号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2，dfs过程中，每个节点建立from信息，from[u]表示当前dfs路径中，节点u的上一个节点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3，当来到节点u，枚举u的儿子v，如果发现v之前遍历过，又有dfn[u] &lt; dfn[v]，说明发现了环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4，环为 u -&gt; .. -&gt; v -&gt; u，可以利用from信息，得到整个环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5，不仅想得到环上点的信息，还想获得环上依次出现边的信息，扩充from信息即可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6，找到环不要剪枝退出，而是遍历当前连通块的所有节点，都获得dfn序号，方便找到下一个连通块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课上根据dfs代码和实际例子进行图解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网上关于基环树找环的各种写法，我差不多都看了一遍，推荐本节课讲的dfs代码实现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定向道路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图中可能有多个连通块，保证每个连通块都是一棵基环树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你可以给每条边分配一个方向，要求得到的有向图不能出现环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计算有多少种定向的方案，答案对 1000000007 取余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https://www.luogu.com.cn/problem/CF711D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https://codeforces.com/problemset/problem/711/D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简单路径数量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图中有n个点、n条无向边，图是一棵基环树，图中没有重边和自环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点x到点y的简单路径，要求没有重复节点，要求边的数量 &gt;= 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如果两条简单路径只有方向相反，那么认为是同一条简单路径，不要重复统计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比如(a, b, c)和(c, b, a)，就是同一条简单路径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计算图中简单路径的数量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https://www.luogu.com.cn/problem/CF1454E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https://codeforces.com/problemset/problem/1454/E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标记环上所有点 + 每棵分树统计节点数 + 公式化简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骑士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图中有n个点、n条无向边，每个点有点权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图中可能有多个连通块，保证每个连通块都是一棵基环树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图中任意相邻两点不能同时选择，计算能得到的最大点权累加和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n、点权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https://www.luogu.com.cn/problem/P2607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选父时，子不选。不选父时，子可选可不选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找到环上两点x、y，以及它们之间的边skip，忽略该边，进行两次树型dp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第一次得到dp[x][0]，第二次得到dp[y][0]，答案 = max(dp[x][0], dp[y][0])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城市环路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图中有n个点、n条无向边，每个点有点权，图是一棵基环树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图中任意相邻两点不能同时选择，先得到最大的点权累加和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然后乘以题目给定的系数k，打印结果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https://www.luogu.com.cn/problem/P1453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思路同题目3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树直径最小化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图中有n个点、n条无向边，每条边有边权，图是一棵基环树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可以任意删掉环上的一条边，让图变成树，希望让树的直径最小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第一个测试链接，计算树的直径最小值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第二个测试链接，等价于计算树的直径最小值 / 2，结果保留一位小数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    1 &lt;= 边权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https://codeforces.com/problemset/problem/835/F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https://www.luogu.com.cn/problem/P1399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先掌握如何求树的直径，讲解121，树的直径，题目1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与环无关的答案、与环有关的答案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环上做动态规划，以节点u做分界线，跨分界线产生的答案、不跨分界线产生的答案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指标为（当前树高 - 前缀和），利用差分得到最优决策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岛屿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图中有n个点、n条无向边，每条边有边权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图中可能有多个连通块，保证每个连通块都是一棵基环树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对每个连通块，计算点不重复的路径能得到的最大边权和，即基环树直径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图中每棵基环树的直径累加起来，打印这个结果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边权 &lt;= 10^8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https://www.luogu.com.cn/problem/P4381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掌握树的直径，讲解121，树的直径，题目1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掌握单调队列，讲解054，单调队列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与环无关的答案、与环有关的答案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指标为（当前树高 - 前缀和），单调队列维护环上信息，这种技巧很常见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最短距离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图中有n个点、n条无向边，每条边有边权，图是一棵基环树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第x号边的边权修改为y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查询点x和点y之间的最短距离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 + 6    1 &lt;= m &lt;= 10^5    0 &lt;= 边权 &lt;= 5000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https://www.luogu.com.cn/problem/P4949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推荐先看懂 : 讲解161，树链剖分，讲解162，边权转成点权的技巧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本题更简单 : 单点修改 + 查询区间累加和，所以无需线段树，树状数组即可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巧妙的解法 : 标记一条环上的边，忽略它，然后树链剖分，最短距离 = 不通过标记边 vs 通过标记边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好想的解法 : 分树进行树链剖分，环上距离用树状数组维护，最短距离 = 分树内距离 + 环上距离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基环树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基环树和相关题目</a:t>
            </a:r>
          </a:p>
        </p:txBody>
      </p:sp>
      <p:sp>
        <p:nvSpPr>
          <p:cNvPr id="20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1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旅行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图中有n个点、m条无向边，节点编号1~n，图是普通树或者基环树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对于普通树，从1号节点开始，选择不同的遍历顺序，会形成不同的dfs序列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其中字典序最小的dfs序列，叫做普通树的答案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对于基环树，可以删掉环上的任何一条边，让基环树变成某棵普通树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众多普通树的答案中，字典序最小的结果，叫做基环树的答案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图如果是普通树，打印普通树的答案，图如果是基环树，打印基环树的答案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普通版测试 : https://www.luogu.com.cn/problem/P5022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加强版测试 : https://www.luogu.com.cn/problem/P5049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每个节点的儿子节点排序 + 贪心策略的研究和实现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
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leetcode.cn/problems/minimum-fuel-cost-to-report-to-the-capital/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leetcode.cn/problems/longest-path-with-different-adjacent-characters/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leetcode.cn/problems/height-of-binary-tree-after-subtree-removal-queries/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leetcode.cn/problems/minimum-score-after-removals-on-a-tree/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014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树型dp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树型dp-下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 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讲解059 - 链式前向星建图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讲解073 - 01背包，本节课题目5需要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讲解078 - 树型dp-上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【必备】课程的动态规划大专题从讲解066开始，建议从头开始学习会比较系统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上节课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讲述了几道经典树型dp问题，熟悉了树型dp的解题套路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见识更多树型dp问题(题目1、2)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树上dfn序和相关题目(题目3、4、5)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本节课的题目5，树上01背包，推荐掌握最优解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树型dp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树型dp-下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到达首都的最少油耗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给你一棵 n 个节点的树（一个无向、连通、无环图）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每个节点表示一个城市，编号从 0 到 n - 1 ，且恰好有 n - 1 条路，0 是首都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给你一个二维整数数组 roads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其中 roads[i] = [ai, bi] ，表示城市 ai 和 bi 之间有一条 双向路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每个城市里有一个代表，他们都要去首都参加一个会议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每座城市里有一辆车。给你一个整数 seats 表示每辆车里面座位的数目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城市里的代表可以选择乘坐所在城市的车，或者乘坐其他城市的车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相邻城市之间一辆车的油耗是一升汽油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请你返回到达首都最少需要多少升汽油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hlinkClick r:id="rId2" invalidUrl="" action="" tgtFrame="" tooltip="" history="1" highlightClick="0" endSnd="0"/>
              </a:rPr>
              <a:t>https://leetcode.cn/problems/minimum-fuel-cost-to-report-to-the-capital/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树型dp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树型dp-下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相邻字符不同的最长路径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给你一棵 树（即一个连通、无向、无环图），根节点是节点 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这棵树由编号从 0 到 n - 1 的 n 个节点组成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用下标从 0 开始、长度为 n 的数组 parent 来表示这棵树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其中 parent[i] 是节点 i 的父节点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由于节点 0 是根节点，所以 parent[0] == 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另给你一个字符串 s ，长度也是 n ，其中 s[i] 表示分配给节点 i 的字符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请你找出路径上任意一对相邻节点都没有分配到相同字符的 最长路径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并返回该路径的长度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hlinkClick r:id="rId2" invalidUrl="" action="" tgtFrame="" tooltip="" history="1" highlightClick="0" endSnd="0"/>
              </a:rPr>
              <a:t>https://leetcode.cn/problems/longest-path-with-different-adjacent-characters/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树型dp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树型dp-下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dfn序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dfn序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用深度优先遍历的方式遍历整棵树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给每个节点依次标记序号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编号从小到大的顺序就是dfn序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              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dfn序 + 每颗子树的大小，可以起到定位子树节点的作用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如果某个节点的dfn序号是x，以这个节点为头的子树大小为y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那么可知，dfn序号从x ~ x+y-1所代表的节点，都属于这个节点的子树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利用这个性质，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节点间的关系判断（题目3、4），跨子树的讨论（题目5）</a:t>
            </a:r>
            <a:r>
              <a:t> 就会变得方便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dfn序除了和树型dp相关，后续还和很多算法数据结构有关（树链剖分等）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后续内容会在【扩展】、【挺难】课程里安排讲述</a:t>
            </a:r>
          </a:p>
        </p:txBody>
      </p:sp>
      <p:pic>
        <p:nvPicPr>
          <p:cNvPr id="166" name="WechatIMG174.jpg" descr="WechatIMG174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6068" y="1648272"/>
            <a:ext cx="7389840" cy="65016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树型dp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树型dp-下</a:t>
            </a:r>
          </a:p>
        </p:txBody>
      </p:sp>
      <p:sp>
        <p:nvSpPr>
          <p:cNvPr id="169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0" name="题目3（dfn序相关）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题目3（dfn序相关）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移除子树后的二叉树高度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给你一棵 二叉树 的根节点 root ，树中有 n 个节点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每个节点都可以被分配一个从 1 到 n 且互不相同的值，另给你一个长度为 m 的数组 queries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你必须在树上执行 m 个 独立 的查询，其中第 i 个查询你需要执行以下操作：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从树中 移除 以 queries[i] 的值作为根节点的子树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题目所用测试用例保证 queries[i] 不等于根节点的值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返回一个长度为 m 的数组 answer，其中 answer[i] 是执行第 i 个查询后树的高度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注意：查询之间是独立的，所以在每个查询执行后，树会回到其初始状态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树的高度是从根到树中某个节点的 最长简单路径中的边数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https://leetcode.cn/problems/height-of-binary-tree-after-subtree-removal-queries/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树型dp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树型dp-下</a:t>
            </a:r>
          </a:p>
        </p:txBody>
      </p:sp>
      <p:sp>
        <p:nvSpPr>
          <p:cNvPr id="173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4" name="题目4（dfn序相关）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题目4（dfn序相关）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从树中删除边的最小分数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存在一棵无向连通树，树中有编号从0到n-1的n个节点，以及n-1条边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给你一个下标从0开始的整数数组nums长度为n，其中nums[i]表示第i个节点的值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另给你一个二维整数数组edges长度为n-1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其中 edges[i] = [ai, bi] 表示树中存在一条位于节点 ai 和 bi 之间的边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删除树中两条不同的边以形成三个连通组件，对于一种删除边方案，定义如下步骤以计算其分数：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分别获取三个组件每个组件中所有节点值的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异或值（讲解030 - 异或运算）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最大 异或值和 最小 异或值的 差值 就是这种删除边方案的分数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返回可能的</a:t>
            </a:r>
            <a:r>
              <a:t>最小</a:t>
            </a:r>
            <a:r>
              <a:t>分数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https://leetcode.cn/problems/minimum-score-after-removals-on-a-tree/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掌握O(n^2)的解即可，时间复杂度更好的解分析过程非常繁琐，用到启发式合并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不具备教学意义，有兴趣的同学可以研究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树型dp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树型dp-下</a:t>
            </a:r>
          </a:p>
        </p:txBody>
      </p:sp>
      <p:sp>
        <p:nvSpPr>
          <p:cNvPr id="177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8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选课，树上01背包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在大学里每个学生，为了达到一定的学分，必须从很多课程里选择一些课程来学习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在课程里有些课程必须在某些课程之前学习，如高等数学总是在其它课程之前学习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现在有 N 门功课，每门课有个学分，每门课有一门或没有直接先修课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若课程 a 是课程 b 的先修课即只有学完了课程 a，才能学习课程 b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一个学生要从这些课程里选择 M 门课程学习，返回能获得的最大学分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https://www.luogu.com.cn/problem/P2014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普通解法时间复杂度O(n * 每个节点的孩子平均数量 * m的平方)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最优解的时间复杂度O(n * m)，dfn序的利用 + 巧妙定义下的尝试，尤其理解 有效结构 ！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推荐掌握最优解！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
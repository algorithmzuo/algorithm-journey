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2634" TargetMode="Externa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3806" TargetMode="Externa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4149" TargetMode="Externa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4178" TargetMode="Externa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odeforces.com/problemset/problem/293/E" TargetMode="Externa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6626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静态点分治-上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静态点分治-上</a:t>
            </a:r>
          </a:p>
        </p:txBody>
      </p:sp>
      <p:sp>
        <p:nvSpPr>
          <p:cNvPr id="15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3" name="前置知识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前置知识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讲解118 - 树上dfs从递归版改迭代版的技巧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讲解120 - 树的重心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本节课讲述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静态点分治的原理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静态点分治的模版题目    题目1、题目2、题目3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静态点分治的容斥</a:t>
            </a:r>
            <a:r>
              <a:t>题型</a:t>
            </a:r>
            <a:r>
              <a:t>    题目4、题目5、题目6、题目7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下节课讲述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静态点分治的更多题目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注意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讲完静态点分治之后，会开始讲述 点分树、动态点分治 等内容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静态点分治-上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静态点分治-上</a:t>
            </a:r>
          </a:p>
        </p:txBody>
      </p:sp>
      <p:sp>
        <p:nvSpPr>
          <p:cNvPr id="15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7" name="树的重心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树的重心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假设树的节点数为n，如果选择点x作为树头时，x的每棵子树大小 &lt;= n/2，那么x就是树的重心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树的重心可能有1个或2个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寻找重心的过程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1，遍历以u为头的子树，建立每个节点的子树大小信息，并且得到整棵子树的节点数量n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2，从u开始往下方寻找重心，依次考察u的每个儿子v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3，如果发现，v的子树大小 &gt; n/2，那么令 u = v，重复步骤2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4，如果发现，u的每个儿子的子树大小 &lt;= n/2，那么当前节点u就是重心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静态点分治-上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静态点分治-上</a:t>
            </a:r>
          </a:p>
        </p:txBody>
      </p:sp>
      <p:sp>
        <p:nvSpPr>
          <p:cNvPr id="16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1" name="静态点分治，也叫重心分解，Centroid Decomposition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静态点分治，也叫重心分解，Centroid Decomposition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1，来到当前的树，遍历并找到树的重心x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2，可以再次遍历树，去收集必要信息，然后求解和重心x有关的答案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3，重心x的每棵子树，继续重复步骤1，直到把答案都求解出来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静态点分治的理解核心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1，树上选择不同的点作为头，都不会影响答案的求解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2，答案来源有两种，跨过头产生的答案、头的每棵子树内的答案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3，每次来到一棵子树，为了找重心或者收集信息，允许遍历当前的子树有限次，这提供了极大的便利性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4，每次都把当前子树的重心选为树头，然后分治下去，整个过程的时间复杂度O(n * log n)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静态点分治-上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静态点分治-上</a:t>
            </a:r>
          </a:p>
        </p:txBody>
      </p:sp>
      <p:sp>
        <p:nvSpPr>
          <p:cNvPr id="16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5" name="静态点分治的经典方法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静态点分治的经典方法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1，getCentroid(int u, int fa)：找到子树u的重心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2，dfs(int u, int fa)：在子树u上收集信息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3，calc(int u)：求解和重心u有关的答案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4，solve(int u)：对子树u进行静态点分治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注意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每来到一棵子树，节点数量的信息需要重新计算，网上大部分写法是有问题的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静态点分治-上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静态点分治-上</a:t>
            </a:r>
          </a:p>
        </p:txBody>
      </p:sp>
      <p:sp>
        <p:nvSpPr>
          <p:cNvPr id="16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9" name="题目1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聪聪可可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一共有n个节点，给定n-1条边，每条边有边权，所有节点组成一棵树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如果点对(u, v)的简单路径权值和能被3整除，则称这个点对是合法的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认为点对(x, x)的简单路径权值和是0，并且认为(x, y)和(y, x)是不同的点对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打印(合法点对的数量 / 点对的总数量)的最简分数形式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n、边权 &lt;= 2 *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https://www.luogu.com.cn/problem/P2634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静态点分治-上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静态点分治-上</a:t>
            </a:r>
          </a:p>
        </p:txBody>
      </p:sp>
      <p:sp>
        <p:nvSpPr>
          <p:cNvPr id="17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3" name="题目2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距离为k的点对是否存在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一共有n个节点，给定n-1条边，每条边有边权，所有节点组成一棵树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一共有m条查询，每条查询给定数字k，打印树上距离为k的点对是否存在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10^4    1 &lt;= 边权 &lt;=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100     1 &lt;= k &lt;= 10^7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https://www.luogu.com.cn/problem/P3806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时间复杂度O(m * n * log n)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离线统一处理，重心分解全过程进行</a:t>
            </a:r>
            <a:r>
              <a:t>1次，常数时间更小，能通过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每次在线查询，重心分解全过程进行m</a:t>
            </a:r>
            <a:r>
              <a:t>次，常数时间更大，不能通过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静态点分治-上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静态点分治-上</a:t>
            </a:r>
          </a:p>
        </p:txBody>
      </p:sp>
      <p:sp>
        <p:nvSpPr>
          <p:cNvPr id="17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7" name="题目3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路径权值和为k的最少边数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一共有n个节点，给定n-1条边，每条边有边权，所有节点组成一棵树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给定数字k，要求找到路径权值和等于k的简单路径，并且边的数量最小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打印这个最小的边数，如果不存在路径权值和等于k的简单路径，那么打印-1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注意，本题给定的点的编号从0开始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2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0 &lt;= 边权、k &lt;= 10^6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https://www.luogu.com.cn/problem/P4149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静态点分治-上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静态点分治-上</a:t>
            </a:r>
          </a:p>
        </p:txBody>
      </p:sp>
      <p:sp>
        <p:nvSpPr>
          <p:cNvPr id="18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1" name="题目4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距离&lt;=k的点对数量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一共有n个节点，给定n-1条边，每条边有边权，所有节点组成一棵树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给定数字k，求出树上两点距离&lt;=k的点对数量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本题规定(x, x)不是点对，(x, y)和(y, x)认为是同一个点对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4 *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0 &lt;= 边权 &lt;= 10^3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0 &lt;= k &lt;= 2 *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https://www.luogu.com.cn/problem/P4178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静态点分治 + 容斥题型 + 双指针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因为利用双指针需要排序，所以时间复杂度O(n * log n * log n)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静态点分治-上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静态点分治-上</a:t>
            </a:r>
          </a:p>
        </p:txBody>
      </p:sp>
      <p:sp>
        <p:nvSpPr>
          <p:cNvPr id="18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5" name="题目5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相近点对的数量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一共有n个节点，所有节点组成一棵树，1号节点是树头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从2号点开始，给定每个点的父节点编号、与父节点之间无向边的边权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给定两个整数limitl、limitw，要求两点之间的简单路径满足如下关系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路径权值和 &lt;= limitw、路径边数 &lt;= limitl，求出这样的点对数量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本题规定(x, x)不是点对，(x, y)和(y, x)认为是同一个点对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limitl &lt;= n &lt;= 10^5    0 &lt;= limitw &lt;= 10^9    0 &lt;= 边权 &lt;=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https://www.luogu.com.cn/problem/CF293E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https://codeforces.com/problemset/problem/293/E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静态点分治 + 容斥题型 + 双指针 + 树状数组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静态点分治-上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静态点分治-上</a:t>
            </a:r>
          </a:p>
        </p:txBody>
      </p:sp>
      <p:sp>
        <p:nvSpPr>
          <p:cNvPr id="18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9" name="题目6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所有合法路径的魔力和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一共有n个节点，给定n-1条边，每条边有边权，所有节点组成一棵树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给定两个整数l、r，对于点对(x, y)，考虑两点之间的简单路径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如果路径的边数在[l, r]范围内，则该路径视为合法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一条路径的魔力值 = 该路径上所有边权的最大值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计算所有合法路径的魔力值之和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本题规定(x, x)不是点对，(x, y)和(y, x)认为是不同的点对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n、边权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https://www.luogu.com.cn/problem/P5351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静态点分治 + 容斥题型 + 树状数组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静态点分治-上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静态点分治-上</a:t>
            </a:r>
          </a:p>
        </p:txBody>
      </p:sp>
      <p:sp>
        <p:nvSpPr>
          <p:cNvPr id="19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93" name="题目7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消息传递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一共有n个节点，给定n-1条边，每条边的权值为1，所有节点组成一棵树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一共有m条查询，格式 x k : 打印有多少点与x的距离恰好为k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n、m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0 &lt;= k &lt; n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https://www.luogu.com.cn/problem/P6626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静态点分治 + 容斥题型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
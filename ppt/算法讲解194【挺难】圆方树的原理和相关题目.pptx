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320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854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tcoder.jp/contests/abc318/tasks/abc318_g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469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630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1763/F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334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487/E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606" TargetMode="Externa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讲解078、讲解079 - 树型dp              本节课题目4、题目5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讲解118、讲解122 - 树上倍增、树上差分     本节课题目1、题目2、题目6、题目9、题目10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讲解161 - 树链剖分，查询和修改路径信息    本节课题目7、题目8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讲解180 - 虚树，题目6，寻宝游戏          本节课题目9、题目10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讲解193 - 割点和点双连通分量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上节课讲述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割点和点双连通分量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圆方树的原理和性质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圆方树的三道模版题    题目1 ~ 题目3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圆方树的更多经典题    题目4 ~ 题目10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圆方树，block cut tree，代表原图的点和点双连通分量的关系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圆方树，block cut tree，代表原图的点和点双连通分量的关系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Tarjan算法求解点双连通分量的过程，可以用来建立圆方树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圆方树的性质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1，原图的点为圆点，点双连通分量为方点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2，节点数量为n，圆点编号 &lt;= n，方点编号 &gt; n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3，圆方树中的圆点和方点交替出现，圆点的邻居都是方点，方点的邻居都是圆点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4，圆点的每个邻居都是当前点所归属的点双连通分量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5，方点的每个邻居都是当前点双连通分量所拥有的点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6，圆点只有一个邻居，该点不是割点，多于一个邻居，该点是割点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7，原图中任意两点之间的必经点 = 圆方树简单路径中的圆点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8，一个点双连通分量的子图内，任意三点a、b、c，存在a到b，然后b到c的路径，沿途节点不重复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道路相遇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给定一张无向图，一共n个点、m条边，所有点保证连通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一共q条查询，每条查询格式 x y，含义如下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点x到点y，不管选择什么路线，打印一定会经过的点有几个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注意x和y也算做必经点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q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https://www.luogu.com.cn/problem/P4320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通讯网破坏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给定一张无向图，一共n个点、m条边，所有点保证连通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一共q条查询，格式 x y z : 如果删除点z，打印x和y是否断连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 ^ 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q &lt;= 10 ^ 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https://www.luogu.com.cn/problem/P3854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路径问题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给定一张无向图，一共n个点、m条边，所有点保证连通，无重边和自环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给定三个不同的点a、b、c，打印是否存在一条路径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从a到达b，然后从b到达c，要求途中不能出现重复的点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https://www.luogu.com.cn/problem/AT_abc318_g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https://atcoder.jp/contests/abc318/tasks/abc318_g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城市阻断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给定一张无向图，一共n个点、m条边，所有点保证连通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对每个点i，打印如下的答案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节点i相连的边去掉以后，无向图有多少点对(x, y)，x和y不连通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注意(x, y)和(y, x)是不同点对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删掉和i相连的边，但是节点i本身不删掉，要参与点对数量的计算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https://www.luogu.com.cn/problem/P3469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铁人两项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给定一张无向图，一共n个点、m条边，图中可能存在多个连通区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有效的点对三元组(a, b, c)，首先要求a、b、c是不同的点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其次要求存在一条从a出发，经过b，最终到达c的路径，沿途无重复节点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打印有效的点对三元组的数量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https://www.luogu.com.cn/problem/P4630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如果确定了起点和终点，选择的中间点是必经点的答案，用圆点讨论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如果确定了起点和终点，选择的中间点不是必经点的答案，用方点讨论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边的查询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给定一张无向图，一共n个点、m条边，所有点保证连通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一共q条查询，格式 x y，含义如下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所有从x到y的简单路径上出现的边中，统计有多少条边满足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如果移除该边，x和y仍然可以互相到达，打印这个数量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n、m、q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https://www.luogu.com.cn/problem/CF1763F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https://codeforces.com/problemset/problem/1763/F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每条边只会进一个点双，点双内只有一条边，那么不可删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如何确定一条边属于哪个点双连通分量？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警察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给定一张无向图，一共n个点、m条边，所有点保证连通并且无重边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一共q条查询，每条查询是如下两种类型中的一种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查询 1 a b c d : 已知c和d之间有边，如果删去这条边，打印a和b是否连通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查询 2 a b c   : 如果删除点c，打印a和b是否连通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q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https://www.luogu.com.cn/problem/P4334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本题空间卡常，树上倍增很极限，树链剖分能通过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Tarjan算法求解割边和点双连通分量 + 两点之间的割边判断 + 割边确定所在的点双连通分量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8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游客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一共n个城市、m条双向道路，所有城市都连通，商品只有一种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每个城市给定商品报价，接下来有q条操作，操作类型有两种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C x y : 城市x的商品报价改成y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A x y : 从x到y可自由选路，但不能有重复城市，打印能遇到的最低报价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n、m、q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商品报价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https://www.luogu.com.cn/problem/CF487E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https://codeforces.com/problemset/problem/487/E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圆方树 + 树链剖分 + 重链用线段树维护最小值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方点用有序表收集点权，圆点修改点权之后，也修改父亲方点中的点权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查询时，如果lca为方点，需要额外再查一下父节点圆点的点权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9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战略游戏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给定一张无向图，一共n个点、m条边，所有点保证连通，图中可能有重边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一共有q条查询，每条查询格式 s K1 K2 .. Ks，含义如下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当前查询涉及s个点，给出s个点的编号，你只能删掉一个另外的点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删除该点后，只要这s个点中存在任意两点不连通，就算成功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对每条查询，打印你能选择的点的个数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10^5    1 &lt;= m &lt;= 2 * 10^5    1 &lt;= 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所有查询中s的总和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https://www.luogu.com.cn/problem/P4606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讲解180，虚树，题目6，寻宝游戏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关键节点按dfn排序，相邻两点之间边的数量 + 首尾两点之间边的数量 = 虚树上边的数量 * 2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注意边有这个性质，但是点没有，所以本题需要转化，然后使用边差分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圆方树的原理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圆方树的原理和相关题目</a:t>
            </a:r>
          </a:p>
        </p:txBody>
      </p:sp>
      <p:sp>
        <p:nvSpPr>
          <p:cNvPr id="19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7" name="题目10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国土规划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一张无向图有n个点、m条边，所有点连通，可能有重边，但是无自环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初始时所有点的状态都是0，一共q次操作，每次操作只有一个参数x，含义如下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点x的状态翻转，0变1，1变0，然后考虑如下问题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如果某个状态为0的点删除后，所有状态为1的点依然连通，这样的点叫无所谓点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每次操作后都打印无所谓点的数量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m、q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https://www.luogu.com.cn/problem/P10517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讲解180，虚树，题目6，寻宝游戏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复用本节课题目9的结论 + 寻宝游戏的实现方式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
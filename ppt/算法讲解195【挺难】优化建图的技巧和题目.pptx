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786/B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348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cm.hdu.edu.cn/showproblem.php?pid=5669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588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344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9520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讲解110 - 线段树    讲解118 - 树上倍增    讲解157 - 主席树    讲解161 - 树链剖分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讲解059 - 拓扑排序判环                   本节课题目4、题目6、题目7、题目9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讲解062 - 01bfs                        本节课题目2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讲解064 - dijkstra算法、分层图最短路      本节课题目1、题目3、题目8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讲解189、讲解190 - 强连通分量与缩点后dp    本节课题目5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    题目1 ~ 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树剖优化建图      题目6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倍增优化建图      题目7 ~ 题目9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下节课讲述2-SAT，会讲述前缀优化建图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线段树优化建图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1，对于批量的点来说，如果每个点都单独连边，复杂度无法接受，需要优化连边的方式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2，利用线段树结构组织区间，每次批量的点都拆分成log n个区间点，减少边的数量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3，小区间连向大区间用出树，大区间连向小区间用入树，两棵树的叶节点可以共用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4，区间向单点连边的过程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5，单点向区间连边的过程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6，区间向区间连边的过程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遗产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一共n个点，给定起点s，一共q条操作，操作类型如下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w   : 从点x到点y增加有向边，边权是w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l r w : 从点x到l~r范围的每个点增加有向边，边权都是w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l r w : 从l~r范围的每个点到点x增加有向边，边权都是w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所有操作完成后，计算起点s到每个点的最短距离并打印，如果不连通打印-1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w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https://www.luogu.com.cn/problem/CF786B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https://codeforces.com/problemset/problem/786/B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 + 区间连单点 + 单点连区间 + dijkstra算法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旅程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一共n个点，给定起点p，一共m次操作，格式如下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a b c d : a~b范围每个点与c~d范围每个点之间，都增加一条无向边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所有操作完成后，计算起点p到每个点经过的最少边数，题目保证整体连通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https://www.luogu.com.cn/problem/P6348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 + 区间连向区间 + 01bfs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道路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一共n个点，一共m次操作，格式如下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a b c d w: a~b范围每个点与c~d范围每个点之间，都增加权值为w的无向边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给定数字k，表示有k次机会，每次在通过一条边时，不用支付这条边的代价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所有操作完成后，打印1号点到n号点的最低代价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如果不存在通路，打印"CreationAugust is a sb!"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k &lt;= 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w &lt;=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https://acm.hdu.edu.cn/showproblem.php?pid=5669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 + 分层图最短路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沙漠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一共n个数字，所有数字都在 1 ~ 10^9 的范围，这是范围说明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接下来给定s条设置说明，格式 x v ，表示第x个数的值确定是v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接下来给定m条关系说明，格式 l r k x1 x2 ... xk 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第l到第r个数字，其中有k个数字，分别是第x1、第x2 .. 第xk个数字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这k个数字中的每一个，都比剩下的(r - l + 1 - k)个数字要大，严格大于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根据上面的说明，找到没有矛盾的，给每个数字赋值的方案，任何一个方案即可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如果存在方案打印"TAK"，然后打印每个数字，不存在方案打印"NIE"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n、s &lt;= 10^5    1 &lt;= m &lt;= 2 * 10^5    所有k的累加和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https://www.luogu.com.cn/problem/P3588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 + 连边代表值的变化 + 拓扑排序判环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炸弹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一共有n个炸弹，所有炸弹排成一条直线，给定每个炸弹的坐标xi、爆炸半径ri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炸弹A引爆时，如果炸弹B在其影响范围里，那么炸弹B也会引爆，进而引发一连串的爆炸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炸弹i如果作为初始引爆的炸弹，最终会引爆多少个炸弹记为query(i)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计算i = 1 2 .. n时，i * query(i)的累加和，答案对 1000000007 取余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-(10^18) &lt;= xi &lt;= +(10^18)，题目依次输入的坐标保证严格递增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ri &lt;= 2 * 10^18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https://www.luogu.com.cn/problem/P5025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线段树优化建图 + 强连通分量缩点 + DAG动态规划 + 建反图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树剖优化建图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树剖优化建图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1，树链剖分的便利性，重链上的节点dfn序号连续，子树上的节点dfn序号连续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2，子树节点批量连边，使用线段树即可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3，路径节点批量连边，树剖跳转 + 线段树更新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4，空间O(n)，单次操作时间O(log n * log n)，常数时间较小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美丽的树，树剖优化建图的实现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一共n个节点，给定n-1条无向边，所有节点组成一棵树，1号节点是根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你需要给每个节点赋值，但是不能破坏如下的m条关系，关系的格式如下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关系 1 a b c : 节点a到节点b的路径上，值最小的节点必须是节点c，输入保证c一定在路径上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关系 2 a b c : 节点a到节点b的路径上，值最大的节点必须是节点c，输入保证c一定在路径上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如果存在赋值方案，并且这些值是1到n的一个排列，打印一种方案即可，否则打印-1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n、m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https://www.luogu.com.cn/problem/CF1904F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https://codeforces.com/problemset/problem/1904/F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树剖优化建图 + 拓扑排序判环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倍增优化建图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倍增优化建图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1，路径节点批量连边的操作，只能接受O(log n)的复杂度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2，每个节点有log n个区间点，表示节点向上的范围节点，用倍增表记录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3，底层小范围连向高层大范围用出表，高层大范围连向底层小范围用入表，最底层的单点编号共用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4，区间向单点连边的过程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5，单点向区间连边的过程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6，区间向区间连边的过程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7，空间O(n * log n)，单次操作时间O(log n)，常数时间较大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美丽的树，倍增优化建图的实现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一共n个节点，给定n-1条无向边，所有节点组成一棵树，1号节点是根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你需要给每个节点赋值，但是不能破坏如下的m条关系，关系的格式如下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关系 1 a b c : 节点a到节点b的路径上，值最小的节点必须是节点c，输入保证c一定在路径上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关系 2 a b c : 节点a到节点b的路径上，值最大的节点必须是节点c，输入保证c一定在路径上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如果存在赋值方案，并且这些值是1到n的一个排列，打印一种方案即可，否则打印-1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n、m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https://www.luogu.com.cn/problem/CF1904F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https://codeforces.com/problemset/problem/1904/F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倍增优化建图 + 拓扑排序判环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逛森林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一共n个点，给定出发点s，初始时没有边，一共m条操作，操作类型有两种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a b c d w : 如果点a和点b不连通，或者点c和点d不连通，忽略该操作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点a到点b路径上的任何一点，可以花费w的代价，传送到点c到点d路径上的任何一点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该操作是单向传送，不代表加边，判断连通性只考虑2类型的操作加入的边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u v w : 点u和点v如果已经连通，忽略该操作，否则增加一条边权为w的无向边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完成m条操作后，打印从s点出发，到每个节点的最小花费，到达不了的节点打印-1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    1 &lt;= m &lt;= 10^6    1 &lt;= w &lt;= 100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https://www.luogu.com.cn/problem/P5344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倍增优化建图 + 路径向路径连边 + 并查集 + 离线执行操作1 + dijkstra算法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优化建图的技巧和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优化建图的技巧和题目</a:t>
            </a:r>
          </a:p>
        </p:txBody>
      </p:sp>
      <p:sp>
        <p:nvSpPr>
          <p:cNvPr id="20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1" name="题目9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监狱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一共有n个房间，给定n-1条无向边，所有房间组成一棵树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一共有m个囚犯，每个囚犯给出卧室房间号和工作室房间号，囚犯初始时都在卧室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每个囚犯的卧室和工作室一定不同，任何两个囚犯既不共用卧室，也不共用工作室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但是有可能某个房间，作为一个囚犯的卧室，同时作为另一个囚犯的工作室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你的任务是让所有囚犯从自己的卧室出发，只走最短路去自己的工作室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你可以随意下达指令，每条指令只能选择一个囚犯，沿一条边移动一步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任何时刻不能让任何房间里出现两个囚犯，打印你能否完成任务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1.2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https://www.luogu.com.cn/problem/P9520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策略证明 + 题目建模 + 倍增优化建图 + 拓扑排序判环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